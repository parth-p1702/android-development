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Lst>
  <p:sldSz cx="12192000" cy="6858000"/>
  <p:notesSz cx="7315200" cy="9601200"/>
  <p:embeddedFontLst>
    <p:embeddedFont>
      <p:font typeface="Calibri" panose="020F0502020204030204"/>
      <p:regular r:id="rId115"/>
    </p:embeddedFont>
    <p:embeddedFont>
      <p:font typeface="Mukta" panose="020B0000000000000000"/>
      <p:regular r:id="rId116"/>
      <p:bold r:id="rId117"/>
    </p:embeddedFont>
    <p:embeddedFont>
      <p:font typeface="Cambria" panose="02040503050406030204"/>
      <p:regular r:id="rId118"/>
    </p:embeddedFont>
    <p:embeddedFont>
      <p:font typeface="Consolas" panose="020B0609020204030204"/>
      <p:regular r:id="rId119"/>
    </p:embeddedFont>
    <p:embeddedFont>
      <p:font typeface="Georgia" panose="02040502050405020303"/>
      <p:regular r:id="rId120"/>
      <p:bold r:id="rId121"/>
      <p:italic r:id="rId122"/>
      <p:boldItalic r:id="rId1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4ECB897-CE38-444D-AD4F-E4DB748AEA95}" styleName="Table_0">
    <a:wholeTbl>
      <a:tcTxStyle>
        <a:font>
          <a:latin typeface="Calibri"/>
          <a:ea typeface="Calibri"/>
          <a:cs typeface="Calibri"/>
        </a:font>
        <a:schemeClr val="dk1"/>
      </a:tcTxStyle>
      <a:tcStyle>
        <a:tcBdr>
          <a:left>
            <a:ln w="12700" cap="flat" cmpd="sng">
              <a:solidFill>
                <a:schemeClr val="accent6"/>
              </a:solidFill>
              <a:prstDash val="solid"/>
              <a:round/>
              <a:headEnd type="none" w="sm" len="sm"/>
              <a:tailEnd type="none" w="sm" len="sm"/>
            </a:ln>
          </a:left>
          <a:right>
            <a:ln w="12700" cap="flat" cmpd="sng">
              <a:solidFill>
                <a:schemeClr val="accent6"/>
              </a:solidFill>
              <a:prstDash val="solid"/>
              <a:round/>
              <a:headEnd type="none" w="sm" len="sm"/>
              <a:tailEnd type="none" w="sm" len="sm"/>
            </a:ln>
          </a:right>
          <a:top>
            <a:ln w="12700" cap="flat" cmpd="sng">
              <a:solidFill>
                <a:schemeClr val="accent6"/>
              </a:solidFill>
              <a:prstDash val="solid"/>
              <a:round/>
              <a:headEnd type="none" w="sm" len="sm"/>
              <a:tailEnd type="none" w="sm" len="sm"/>
            </a:ln>
          </a:top>
          <a:bottom>
            <a:ln w="12700" cap="flat" cmpd="sng">
              <a:solidFill>
                <a:schemeClr val="accent6"/>
              </a:solidFill>
              <a:prstDash val="solid"/>
              <a:round/>
              <a:headEnd type="none" w="sm" len="sm"/>
              <a:tailEnd type="none" w="sm" len="sm"/>
            </a:ln>
          </a:bottom>
          <a:insideH>
            <a:ln w="12700" cap="flat" cmpd="sng">
              <a:solidFill>
                <a:schemeClr val="accent6"/>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FDEEE8"/>
          </a:solidFill>
        </a:fill>
      </a:tcStyle>
    </a:band1H>
    <a:band2H>
      <a:tcTxStyle/>
      <a:tcStyle>
        <a:tcBdr/>
      </a:tcStyle>
    </a:band2H>
    <a:band1V>
      <a:tcTxStyle/>
      <a:tcStyle>
        <a:tcBdr/>
        <a:fill>
          <a:solidFill>
            <a:srgbClr val="FDEEE8"/>
          </a:solidFill>
        </a:fill>
      </a:tcStyle>
    </a:band1V>
    <a:band2V>
      <a:tcTxStyle/>
      <a:tcStyle>
        <a:tcBdr/>
      </a:tcStyle>
    </a:band2V>
    <a:lastCol>
      <a:tcTxStyle b="on"/>
      <a:tcStyle>
        <a:tcBdr/>
      </a:tcStyle>
    </a:lastCol>
    <a:firstCol>
      <a:tcTxStyle b="on"/>
      <a:tcStyle>
        <a:tcBdr/>
      </a:tcStyle>
    </a:firstCol>
    <a:lastRow>
      <a:tcTxStyle b="on"/>
      <a:tcStyle>
        <a:tcBdr>
          <a:top>
            <a:ln w="50800" cap="flat" cmpd="sng">
              <a:solidFill>
                <a:schemeClr val="accent6"/>
              </a:solidFill>
              <a:prstDash val="solid"/>
              <a:round/>
              <a:headEnd type="none" w="sm" len="sm"/>
              <a:tailEnd type="none" w="sm" len="sm"/>
            </a:ln>
          </a:top>
        </a:tcBdr>
        <a:fill>
          <a:solidFill>
            <a:schemeClr val="lt1"/>
          </a:solidFill>
        </a:fill>
      </a:tcStyle>
    </a:lastRow>
    <a:seCell>
      <a:tcTxStyle/>
      <a:tcStyle>
        <a:tcBdr/>
      </a:tcStyle>
    </a:seCell>
    <a:swCell>
      <a:tcTxStyle/>
      <a:tcStyle>
        <a:tcBdr/>
      </a:tcStyle>
    </a:swCell>
    <a:firstRow>
      <a:tcTxStyle b="on">
        <a:font>
          <a:latin typeface="Calibri"/>
          <a:ea typeface="Calibri"/>
          <a:cs typeface="Calibri"/>
        </a:font>
        <a:schemeClr val="lt1"/>
      </a:tcTxStyle>
      <a:tcStyle>
        <a:tcBdr/>
        <a:fill>
          <a:solidFill>
            <a:schemeClr val="accent6"/>
          </a:solidFill>
        </a:fill>
      </a:tcStyle>
    </a:firstRow>
    <a:neCell>
      <a:tcTxStyle/>
      <a:tcStyle>
        <a:tcBdr/>
      </a:tcStyle>
    </a:neCell>
    <a:nwCell>
      <a:tcTxStyle/>
      <a:tcStyle>
        <a:tcBdr/>
      </a:tcStyle>
    </a:nwCell>
  </a:tblStyle>
  <a:tblStyle styleId="{AB6C2BF8-A365-41E3-8BF2-7C6BEDF17DC6}" styleName="Table_1">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3" Type="http://schemas.openxmlformats.org/officeDocument/2006/relationships/font" Target="fonts/font9.fntdata"/><Relationship Id="rId122" Type="http://schemas.openxmlformats.org/officeDocument/2006/relationships/font" Target="fonts/font8.fntdata"/><Relationship Id="rId121" Type="http://schemas.openxmlformats.org/officeDocument/2006/relationships/font" Target="fonts/font7.fntdata"/><Relationship Id="rId120" Type="http://schemas.openxmlformats.org/officeDocument/2006/relationships/font" Target="fonts/font6.fntdata"/><Relationship Id="rId12" Type="http://schemas.openxmlformats.org/officeDocument/2006/relationships/slide" Target="slides/slide9.xml"/><Relationship Id="rId119" Type="http://schemas.openxmlformats.org/officeDocument/2006/relationships/font" Target="fonts/font5.fntdata"/><Relationship Id="rId118" Type="http://schemas.openxmlformats.org/officeDocument/2006/relationships/font" Target="fonts/font4.fntdata"/><Relationship Id="rId117" Type="http://schemas.openxmlformats.org/officeDocument/2006/relationships/font" Target="fonts/font3.fntdata"/><Relationship Id="rId116" Type="http://schemas.openxmlformats.org/officeDocument/2006/relationships/font" Target="fonts/font2.fntdata"/><Relationship Id="rId115" Type="http://schemas.openxmlformats.org/officeDocument/2006/relationships/font" Target="fonts/font1.fntdata"/><Relationship Id="rId114" Type="http://schemas.openxmlformats.org/officeDocument/2006/relationships/tableStyles" Target="tableStyles.xml"/><Relationship Id="rId113" Type="http://schemas.openxmlformats.org/officeDocument/2006/relationships/viewProps" Target="viewProps.xml"/><Relationship Id="rId112" Type="http://schemas.openxmlformats.org/officeDocument/2006/relationships/presProps" Target="presProps.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3169920" cy="481727"/>
          </a:xfrm>
          <a:prstGeom prst="rect">
            <a:avLst/>
          </a:prstGeom>
          <a:noFill/>
          <a:ln>
            <a:noFill/>
          </a:ln>
        </p:spPr>
        <p:txBody>
          <a:bodyPr spcFirstLastPara="1" wrap="square" lIns="96650" tIns="48325" rIns="96650" bIns="48325"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4143587" y="0"/>
            <a:ext cx="3169920" cy="481727"/>
          </a:xfrm>
          <a:prstGeom prst="rect">
            <a:avLst/>
          </a:prstGeom>
          <a:noFill/>
          <a:ln>
            <a:noFill/>
          </a:ln>
        </p:spPr>
        <p:txBody>
          <a:bodyPr spcFirstLastPara="1" wrap="square" lIns="96650" tIns="48325" rIns="96650" bIns="48325"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9119474"/>
            <a:ext cx="3169920" cy="481726"/>
          </a:xfrm>
          <a:prstGeom prst="rect">
            <a:avLst/>
          </a:prstGeom>
          <a:noFill/>
          <a:ln>
            <a:noFill/>
          </a:ln>
        </p:spPr>
        <p:txBody>
          <a:bodyPr spcFirstLastPara="1" wrap="square" lIns="96650" tIns="48325" rIns="96650" bIns="48325"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IN" sz="13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1: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86" name="Google Shape;86;p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 name="Shape 91"/>
        <p:cNvGrpSpPr/>
        <p:nvPr/>
      </p:nvGrpSpPr>
      <p:grpSpPr>
        <a:xfrm>
          <a:off x="0" y="0"/>
          <a:ext cx="0" cy="0"/>
          <a:chOff x="0" y="0"/>
          <a:chExt cx="0" cy="0"/>
        </a:xfrm>
      </p:grpSpPr>
      <p:sp>
        <p:nvSpPr>
          <p:cNvPr id="92" name="Google Shape;92;p2: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93" name="Google Shape;93;p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 name="Shape 97"/>
        <p:cNvGrpSpPr/>
        <p:nvPr/>
      </p:nvGrpSpPr>
      <p:grpSpPr>
        <a:xfrm>
          <a:off x="0" y="0"/>
          <a:ext cx="0" cy="0"/>
          <a:chOff x="0" y="0"/>
          <a:chExt cx="0" cy="0"/>
        </a:xfrm>
      </p:grpSpPr>
      <p:sp>
        <p:nvSpPr>
          <p:cNvPr id="98" name="Google Shape;98;p6: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99" name="Google Shape;99;p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p7: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06" name="Google Shape;106;p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p8: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12" name="Google Shape;112;p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p9: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18" name="Google Shape;118;p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122"/>
        <p:cNvGrpSpPr/>
        <p:nvPr/>
      </p:nvGrpSpPr>
      <p:grpSpPr>
        <a:xfrm>
          <a:off x="0" y="0"/>
          <a:ext cx="0" cy="0"/>
          <a:chOff x="0" y="0"/>
          <a:chExt cx="0" cy="0"/>
        </a:xfrm>
      </p:grpSpPr>
      <p:sp>
        <p:nvSpPr>
          <p:cNvPr id="123" name="Google Shape;123;p10: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24" name="Google Shape;124;p1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p11: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30" name="Google Shape;130;p1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5" name="Shape 135"/>
        <p:cNvGrpSpPr/>
        <p:nvPr/>
      </p:nvGrpSpPr>
      <p:grpSpPr>
        <a:xfrm>
          <a:off x="0" y="0"/>
          <a:ext cx="0" cy="0"/>
          <a:chOff x="0" y="0"/>
          <a:chExt cx="0" cy="0"/>
        </a:xfrm>
      </p:grpSpPr>
      <p:sp>
        <p:nvSpPr>
          <p:cNvPr id="136" name="Google Shape;136;p12: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37" name="Google Shape;137;p1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p13: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43" name="Google Shape;143;p1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 name="Shape 147"/>
        <p:cNvGrpSpPr/>
        <p:nvPr/>
      </p:nvGrpSpPr>
      <p:grpSpPr>
        <a:xfrm>
          <a:off x="0" y="0"/>
          <a:ext cx="0" cy="0"/>
          <a:chOff x="0" y="0"/>
          <a:chExt cx="0" cy="0"/>
        </a:xfrm>
      </p:grpSpPr>
      <p:sp>
        <p:nvSpPr>
          <p:cNvPr id="148" name="Google Shape;148;p18: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49" name="Google Shape;149;p1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p14: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55" name="Google Shape;155;p1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p15: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62" name="Google Shape;162;p1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166"/>
        <p:cNvGrpSpPr/>
        <p:nvPr/>
      </p:nvGrpSpPr>
      <p:grpSpPr>
        <a:xfrm>
          <a:off x="0" y="0"/>
          <a:ext cx="0" cy="0"/>
          <a:chOff x="0" y="0"/>
          <a:chExt cx="0" cy="0"/>
        </a:xfrm>
      </p:grpSpPr>
      <p:sp>
        <p:nvSpPr>
          <p:cNvPr id="167" name="Google Shape;167;p16: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68" name="Google Shape;168;p1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p17: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74" name="Google Shape;174;p1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8" name="Shape 178"/>
        <p:cNvGrpSpPr/>
        <p:nvPr/>
      </p:nvGrpSpPr>
      <p:grpSpPr>
        <a:xfrm>
          <a:off x="0" y="0"/>
          <a:ext cx="0" cy="0"/>
          <a:chOff x="0" y="0"/>
          <a:chExt cx="0" cy="0"/>
        </a:xfrm>
      </p:grpSpPr>
      <p:sp>
        <p:nvSpPr>
          <p:cNvPr id="179" name="Google Shape;179;p1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9: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81" name="Google Shape;181;p19:notes"/>
          <p:cNvSpPr txBox="1"/>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lvl="0" indent="0" algn="r" rtl="0">
              <a:lnSpc>
                <a:spcPct val="100000"/>
              </a:lnSpc>
              <a:spcBef>
                <a:spcPts val="0"/>
              </a:spcBef>
              <a:spcAft>
                <a:spcPts val="0"/>
              </a:spcAft>
              <a:buSzPts val="1400"/>
              <a:buNone/>
            </a:pPr>
            <a:fld id="{00000000-1234-1234-1234-123412341234}" type="slidenum">
              <a:rPr lang="en-IN"/>
            </a:fld>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20: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87" name="Google Shape;187;p2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p21: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93" name="Google Shape;193;p2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p22: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199" name="Google Shape;199;p2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3" name="Shape 203"/>
        <p:cNvGrpSpPr/>
        <p:nvPr/>
      </p:nvGrpSpPr>
      <p:grpSpPr>
        <a:xfrm>
          <a:off x="0" y="0"/>
          <a:ext cx="0" cy="0"/>
          <a:chOff x="0" y="0"/>
          <a:chExt cx="0" cy="0"/>
        </a:xfrm>
      </p:grpSpPr>
      <p:sp>
        <p:nvSpPr>
          <p:cNvPr id="204" name="Google Shape;204;p23: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05" name="Google Shape;205;p2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0" name="Shape 210"/>
        <p:cNvGrpSpPr/>
        <p:nvPr/>
      </p:nvGrpSpPr>
      <p:grpSpPr>
        <a:xfrm>
          <a:off x="0" y="0"/>
          <a:ext cx="0" cy="0"/>
          <a:chOff x="0" y="0"/>
          <a:chExt cx="0" cy="0"/>
        </a:xfrm>
      </p:grpSpPr>
      <p:sp>
        <p:nvSpPr>
          <p:cNvPr id="211" name="Google Shape;211;p24: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12" name="Google Shape;212;p2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6" name="Shape 216"/>
        <p:cNvGrpSpPr/>
        <p:nvPr/>
      </p:nvGrpSpPr>
      <p:grpSpPr>
        <a:xfrm>
          <a:off x="0" y="0"/>
          <a:ext cx="0" cy="0"/>
          <a:chOff x="0" y="0"/>
          <a:chExt cx="0" cy="0"/>
        </a:xfrm>
      </p:grpSpPr>
      <p:sp>
        <p:nvSpPr>
          <p:cNvPr id="217" name="Google Shape;217;p25: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18" name="Google Shape;218;p2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3" name="Shape 223"/>
        <p:cNvGrpSpPr/>
        <p:nvPr/>
      </p:nvGrpSpPr>
      <p:grpSpPr>
        <a:xfrm>
          <a:off x="0" y="0"/>
          <a:ext cx="0" cy="0"/>
          <a:chOff x="0" y="0"/>
          <a:chExt cx="0" cy="0"/>
        </a:xfrm>
      </p:grpSpPr>
      <p:sp>
        <p:nvSpPr>
          <p:cNvPr id="224" name="Google Shape;224;p26: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25" name="Google Shape;225;p2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0" name="Shape 230"/>
        <p:cNvGrpSpPr/>
        <p:nvPr/>
      </p:nvGrpSpPr>
      <p:grpSpPr>
        <a:xfrm>
          <a:off x="0" y="0"/>
          <a:ext cx="0" cy="0"/>
          <a:chOff x="0" y="0"/>
          <a:chExt cx="0" cy="0"/>
        </a:xfrm>
      </p:grpSpPr>
      <p:sp>
        <p:nvSpPr>
          <p:cNvPr id="231" name="Google Shape;231;p27: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32" name="Google Shape;232;p2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7" name="Shape 237"/>
        <p:cNvGrpSpPr/>
        <p:nvPr/>
      </p:nvGrpSpPr>
      <p:grpSpPr>
        <a:xfrm>
          <a:off x="0" y="0"/>
          <a:ext cx="0" cy="0"/>
          <a:chOff x="0" y="0"/>
          <a:chExt cx="0" cy="0"/>
        </a:xfrm>
      </p:grpSpPr>
      <p:sp>
        <p:nvSpPr>
          <p:cNvPr id="238" name="Google Shape;238;p28: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39" name="Google Shape;239;p2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4" name="Shape 244"/>
        <p:cNvGrpSpPr/>
        <p:nvPr/>
      </p:nvGrpSpPr>
      <p:grpSpPr>
        <a:xfrm>
          <a:off x="0" y="0"/>
          <a:ext cx="0" cy="0"/>
          <a:chOff x="0" y="0"/>
          <a:chExt cx="0" cy="0"/>
        </a:xfrm>
      </p:grpSpPr>
      <p:sp>
        <p:nvSpPr>
          <p:cNvPr id="245" name="Google Shape;245;p29: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46" name="Google Shape;246;p2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1" name="Shape 251"/>
        <p:cNvGrpSpPr/>
        <p:nvPr/>
      </p:nvGrpSpPr>
      <p:grpSpPr>
        <a:xfrm>
          <a:off x="0" y="0"/>
          <a:ext cx="0" cy="0"/>
          <a:chOff x="0" y="0"/>
          <a:chExt cx="0" cy="0"/>
        </a:xfrm>
      </p:grpSpPr>
      <p:sp>
        <p:nvSpPr>
          <p:cNvPr id="252" name="Google Shape;252;p30: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53" name="Google Shape;253;p3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8" name="Shape 258"/>
        <p:cNvGrpSpPr/>
        <p:nvPr/>
      </p:nvGrpSpPr>
      <p:grpSpPr>
        <a:xfrm>
          <a:off x="0" y="0"/>
          <a:ext cx="0" cy="0"/>
          <a:chOff x="0" y="0"/>
          <a:chExt cx="0" cy="0"/>
        </a:xfrm>
      </p:grpSpPr>
      <p:sp>
        <p:nvSpPr>
          <p:cNvPr id="259" name="Google Shape;259;p31: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60" name="Google Shape;260;p3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5" name="Shape 265"/>
        <p:cNvGrpSpPr/>
        <p:nvPr/>
      </p:nvGrpSpPr>
      <p:grpSpPr>
        <a:xfrm>
          <a:off x="0" y="0"/>
          <a:ext cx="0" cy="0"/>
          <a:chOff x="0" y="0"/>
          <a:chExt cx="0" cy="0"/>
        </a:xfrm>
      </p:grpSpPr>
      <p:sp>
        <p:nvSpPr>
          <p:cNvPr id="266" name="Google Shape;266;p32: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67" name="Google Shape;267;p3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2" name="Shape 272"/>
        <p:cNvGrpSpPr/>
        <p:nvPr/>
      </p:nvGrpSpPr>
      <p:grpSpPr>
        <a:xfrm>
          <a:off x="0" y="0"/>
          <a:ext cx="0" cy="0"/>
          <a:chOff x="0" y="0"/>
          <a:chExt cx="0" cy="0"/>
        </a:xfrm>
      </p:grpSpPr>
      <p:sp>
        <p:nvSpPr>
          <p:cNvPr id="273" name="Google Shape;273;p33: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74" name="Google Shape;274;p3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9" name="Shape 279"/>
        <p:cNvGrpSpPr/>
        <p:nvPr/>
      </p:nvGrpSpPr>
      <p:grpSpPr>
        <a:xfrm>
          <a:off x="0" y="0"/>
          <a:ext cx="0" cy="0"/>
          <a:chOff x="0" y="0"/>
          <a:chExt cx="0" cy="0"/>
        </a:xfrm>
      </p:grpSpPr>
      <p:sp>
        <p:nvSpPr>
          <p:cNvPr id="280" name="Google Shape;280;p34: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81" name="Google Shape;281;p3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6" name="Shape 286"/>
        <p:cNvGrpSpPr/>
        <p:nvPr/>
      </p:nvGrpSpPr>
      <p:grpSpPr>
        <a:xfrm>
          <a:off x="0" y="0"/>
          <a:ext cx="0" cy="0"/>
          <a:chOff x="0" y="0"/>
          <a:chExt cx="0" cy="0"/>
        </a:xfrm>
      </p:grpSpPr>
      <p:sp>
        <p:nvSpPr>
          <p:cNvPr id="287" name="Google Shape;287;p35: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88" name="Google Shape;288;p3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3" name="Shape 293"/>
        <p:cNvGrpSpPr/>
        <p:nvPr/>
      </p:nvGrpSpPr>
      <p:grpSpPr>
        <a:xfrm>
          <a:off x="0" y="0"/>
          <a:ext cx="0" cy="0"/>
          <a:chOff x="0" y="0"/>
          <a:chExt cx="0" cy="0"/>
        </a:xfrm>
      </p:grpSpPr>
      <p:sp>
        <p:nvSpPr>
          <p:cNvPr id="294" name="Google Shape;294;p36: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295" name="Google Shape;295;p3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0" name="Shape 300"/>
        <p:cNvGrpSpPr/>
        <p:nvPr/>
      </p:nvGrpSpPr>
      <p:grpSpPr>
        <a:xfrm>
          <a:off x="0" y="0"/>
          <a:ext cx="0" cy="0"/>
          <a:chOff x="0" y="0"/>
          <a:chExt cx="0" cy="0"/>
        </a:xfrm>
      </p:grpSpPr>
      <p:sp>
        <p:nvSpPr>
          <p:cNvPr id="301" name="Google Shape;301;p37: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02" name="Google Shape;302;p3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7" name="Shape 307"/>
        <p:cNvGrpSpPr/>
        <p:nvPr/>
      </p:nvGrpSpPr>
      <p:grpSpPr>
        <a:xfrm>
          <a:off x="0" y="0"/>
          <a:ext cx="0" cy="0"/>
          <a:chOff x="0" y="0"/>
          <a:chExt cx="0" cy="0"/>
        </a:xfrm>
      </p:grpSpPr>
      <p:sp>
        <p:nvSpPr>
          <p:cNvPr id="308" name="Google Shape;308;p38: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09" name="Google Shape;309;p3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4" name="Shape 314"/>
        <p:cNvGrpSpPr/>
        <p:nvPr/>
      </p:nvGrpSpPr>
      <p:grpSpPr>
        <a:xfrm>
          <a:off x="0" y="0"/>
          <a:ext cx="0" cy="0"/>
          <a:chOff x="0" y="0"/>
          <a:chExt cx="0" cy="0"/>
        </a:xfrm>
      </p:grpSpPr>
      <p:sp>
        <p:nvSpPr>
          <p:cNvPr id="315" name="Google Shape;315;p39: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16" name="Google Shape;316;p3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1" name="Shape 321"/>
        <p:cNvGrpSpPr/>
        <p:nvPr/>
      </p:nvGrpSpPr>
      <p:grpSpPr>
        <a:xfrm>
          <a:off x="0" y="0"/>
          <a:ext cx="0" cy="0"/>
          <a:chOff x="0" y="0"/>
          <a:chExt cx="0" cy="0"/>
        </a:xfrm>
      </p:grpSpPr>
      <p:sp>
        <p:nvSpPr>
          <p:cNvPr id="322" name="Google Shape;322;p40: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23" name="Google Shape;323;p4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7" name="Shape 327"/>
        <p:cNvGrpSpPr/>
        <p:nvPr/>
      </p:nvGrpSpPr>
      <p:grpSpPr>
        <a:xfrm>
          <a:off x="0" y="0"/>
          <a:ext cx="0" cy="0"/>
          <a:chOff x="0" y="0"/>
          <a:chExt cx="0" cy="0"/>
        </a:xfrm>
      </p:grpSpPr>
      <p:sp>
        <p:nvSpPr>
          <p:cNvPr id="328" name="Google Shape;328;g2e6fba7aa36_0_0:notes"/>
          <p:cNvSpPr/>
          <p:nvPr>
            <p:ph type="sldImg" idx="2"/>
          </p:nvPr>
        </p:nvSpPr>
        <p:spPr>
          <a:xfrm>
            <a:off x="777875" y="1200150"/>
            <a:ext cx="5759400" cy="3240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g2e6fba7aa36_0_0:notes"/>
          <p:cNvSpPr txBox="1"/>
          <p:nvPr>
            <p:ph type="body" idx="1"/>
          </p:nvPr>
        </p:nvSpPr>
        <p:spPr>
          <a:xfrm>
            <a:off x="731520" y="4620577"/>
            <a:ext cx="5852100" cy="3780600"/>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30" name="Google Shape;330;g2e6fba7aa36_0_0:notes"/>
          <p:cNvSpPr txBox="1"/>
          <p:nvPr>
            <p:ph type="sldNum" idx="12"/>
          </p:nvPr>
        </p:nvSpPr>
        <p:spPr>
          <a:xfrm>
            <a:off x="4143587" y="9119474"/>
            <a:ext cx="3169800" cy="481800"/>
          </a:xfrm>
          <a:prstGeom prst="rect">
            <a:avLst/>
          </a:prstGeom>
          <a:noFill/>
          <a:ln>
            <a:noFill/>
          </a:ln>
        </p:spPr>
        <p:txBody>
          <a:bodyPr spcFirstLastPara="1" wrap="square" lIns="96650" tIns="48325" rIns="96650" bIns="48325"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IN"/>
            </a:fld>
            <a:endParaRPr lang="en-I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4" name="Shape 334"/>
        <p:cNvGrpSpPr/>
        <p:nvPr/>
      </p:nvGrpSpPr>
      <p:grpSpPr>
        <a:xfrm>
          <a:off x="0" y="0"/>
          <a:ext cx="0" cy="0"/>
          <a:chOff x="0" y="0"/>
          <a:chExt cx="0" cy="0"/>
        </a:xfrm>
      </p:grpSpPr>
      <p:sp>
        <p:nvSpPr>
          <p:cNvPr id="335" name="Google Shape;335;p41: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36" name="Google Shape;336;p4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9" name="Shape 339"/>
        <p:cNvGrpSpPr/>
        <p:nvPr/>
      </p:nvGrpSpPr>
      <p:grpSpPr>
        <a:xfrm>
          <a:off x="0" y="0"/>
          <a:ext cx="0" cy="0"/>
          <a:chOff x="0" y="0"/>
          <a:chExt cx="0" cy="0"/>
        </a:xfrm>
      </p:grpSpPr>
      <p:sp>
        <p:nvSpPr>
          <p:cNvPr id="340" name="Google Shape;340;p42: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41" name="Google Shape;341;p4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5" name="Shape 345"/>
        <p:cNvGrpSpPr/>
        <p:nvPr/>
      </p:nvGrpSpPr>
      <p:grpSpPr>
        <a:xfrm>
          <a:off x="0" y="0"/>
          <a:ext cx="0" cy="0"/>
          <a:chOff x="0" y="0"/>
          <a:chExt cx="0" cy="0"/>
        </a:xfrm>
      </p:grpSpPr>
      <p:sp>
        <p:nvSpPr>
          <p:cNvPr id="346" name="Google Shape;346;p43: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47" name="Google Shape;347;p4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1" name="Shape 351"/>
        <p:cNvGrpSpPr/>
        <p:nvPr/>
      </p:nvGrpSpPr>
      <p:grpSpPr>
        <a:xfrm>
          <a:off x="0" y="0"/>
          <a:ext cx="0" cy="0"/>
          <a:chOff x="0" y="0"/>
          <a:chExt cx="0" cy="0"/>
        </a:xfrm>
      </p:grpSpPr>
      <p:sp>
        <p:nvSpPr>
          <p:cNvPr id="352" name="Google Shape;352;p44: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53" name="Google Shape;353;p4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7" name="Shape 357"/>
        <p:cNvGrpSpPr/>
        <p:nvPr/>
      </p:nvGrpSpPr>
      <p:grpSpPr>
        <a:xfrm>
          <a:off x="0" y="0"/>
          <a:ext cx="0" cy="0"/>
          <a:chOff x="0" y="0"/>
          <a:chExt cx="0" cy="0"/>
        </a:xfrm>
      </p:grpSpPr>
      <p:sp>
        <p:nvSpPr>
          <p:cNvPr id="358" name="Google Shape;358;p45: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59" name="Google Shape;359;p4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3" name="Shape 363"/>
        <p:cNvGrpSpPr/>
        <p:nvPr/>
      </p:nvGrpSpPr>
      <p:grpSpPr>
        <a:xfrm>
          <a:off x="0" y="0"/>
          <a:ext cx="0" cy="0"/>
          <a:chOff x="0" y="0"/>
          <a:chExt cx="0" cy="0"/>
        </a:xfrm>
      </p:grpSpPr>
      <p:sp>
        <p:nvSpPr>
          <p:cNvPr id="364" name="Google Shape;364;p46: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65" name="Google Shape;365;p4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9" name="Shape 369"/>
        <p:cNvGrpSpPr/>
        <p:nvPr/>
      </p:nvGrpSpPr>
      <p:grpSpPr>
        <a:xfrm>
          <a:off x="0" y="0"/>
          <a:ext cx="0" cy="0"/>
          <a:chOff x="0" y="0"/>
          <a:chExt cx="0" cy="0"/>
        </a:xfrm>
      </p:grpSpPr>
      <p:sp>
        <p:nvSpPr>
          <p:cNvPr id="370" name="Google Shape;370;p47: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71" name="Google Shape;371;p4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5" name="Shape 375"/>
        <p:cNvGrpSpPr/>
        <p:nvPr/>
      </p:nvGrpSpPr>
      <p:grpSpPr>
        <a:xfrm>
          <a:off x="0" y="0"/>
          <a:ext cx="0" cy="0"/>
          <a:chOff x="0" y="0"/>
          <a:chExt cx="0" cy="0"/>
        </a:xfrm>
      </p:grpSpPr>
      <p:sp>
        <p:nvSpPr>
          <p:cNvPr id="376" name="Google Shape;376;p48: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77" name="Google Shape;377;p4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1" name="Shape 381"/>
        <p:cNvGrpSpPr/>
        <p:nvPr/>
      </p:nvGrpSpPr>
      <p:grpSpPr>
        <a:xfrm>
          <a:off x="0" y="0"/>
          <a:ext cx="0" cy="0"/>
          <a:chOff x="0" y="0"/>
          <a:chExt cx="0" cy="0"/>
        </a:xfrm>
      </p:grpSpPr>
      <p:sp>
        <p:nvSpPr>
          <p:cNvPr id="382" name="Google Shape;382;p49: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83" name="Google Shape;383;p4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7" name="Shape 387"/>
        <p:cNvGrpSpPr/>
        <p:nvPr/>
      </p:nvGrpSpPr>
      <p:grpSpPr>
        <a:xfrm>
          <a:off x="0" y="0"/>
          <a:ext cx="0" cy="0"/>
          <a:chOff x="0" y="0"/>
          <a:chExt cx="0" cy="0"/>
        </a:xfrm>
      </p:grpSpPr>
      <p:sp>
        <p:nvSpPr>
          <p:cNvPr id="388" name="Google Shape;388;p50: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89" name="Google Shape;389;p5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3" name="Shape 393"/>
        <p:cNvGrpSpPr/>
        <p:nvPr/>
      </p:nvGrpSpPr>
      <p:grpSpPr>
        <a:xfrm>
          <a:off x="0" y="0"/>
          <a:ext cx="0" cy="0"/>
          <a:chOff x="0" y="0"/>
          <a:chExt cx="0" cy="0"/>
        </a:xfrm>
      </p:grpSpPr>
      <p:sp>
        <p:nvSpPr>
          <p:cNvPr id="394" name="Google Shape;394;p51: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395" name="Google Shape;395;p5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0" name="Shape 400"/>
        <p:cNvGrpSpPr/>
        <p:nvPr/>
      </p:nvGrpSpPr>
      <p:grpSpPr>
        <a:xfrm>
          <a:off x="0" y="0"/>
          <a:ext cx="0" cy="0"/>
          <a:chOff x="0" y="0"/>
          <a:chExt cx="0" cy="0"/>
        </a:xfrm>
      </p:grpSpPr>
      <p:sp>
        <p:nvSpPr>
          <p:cNvPr id="401" name="Google Shape;401;p52: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02" name="Google Shape;402;p5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7" name="Shape 407"/>
        <p:cNvGrpSpPr/>
        <p:nvPr/>
      </p:nvGrpSpPr>
      <p:grpSpPr>
        <a:xfrm>
          <a:off x="0" y="0"/>
          <a:ext cx="0" cy="0"/>
          <a:chOff x="0" y="0"/>
          <a:chExt cx="0" cy="0"/>
        </a:xfrm>
      </p:grpSpPr>
      <p:sp>
        <p:nvSpPr>
          <p:cNvPr id="408" name="Google Shape;408;p53: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09" name="Google Shape;409;p5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3" name="Shape 413"/>
        <p:cNvGrpSpPr/>
        <p:nvPr/>
      </p:nvGrpSpPr>
      <p:grpSpPr>
        <a:xfrm>
          <a:off x="0" y="0"/>
          <a:ext cx="0" cy="0"/>
          <a:chOff x="0" y="0"/>
          <a:chExt cx="0" cy="0"/>
        </a:xfrm>
      </p:grpSpPr>
      <p:sp>
        <p:nvSpPr>
          <p:cNvPr id="414" name="Google Shape;414;p54: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15" name="Google Shape;415;p5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0" name="Shape 420"/>
        <p:cNvGrpSpPr/>
        <p:nvPr/>
      </p:nvGrpSpPr>
      <p:grpSpPr>
        <a:xfrm>
          <a:off x="0" y="0"/>
          <a:ext cx="0" cy="0"/>
          <a:chOff x="0" y="0"/>
          <a:chExt cx="0" cy="0"/>
        </a:xfrm>
      </p:grpSpPr>
      <p:sp>
        <p:nvSpPr>
          <p:cNvPr id="421" name="Google Shape;421;p55: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22" name="Google Shape;422;p5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6" name="Shape 426"/>
        <p:cNvGrpSpPr/>
        <p:nvPr/>
      </p:nvGrpSpPr>
      <p:grpSpPr>
        <a:xfrm>
          <a:off x="0" y="0"/>
          <a:ext cx="0" cy="0"/>
          <a:chOff x="0" y="0"/>
          <a:chExt cx="0" cy="0"/>
        </a:xfrm>
      </p:grpSpPr>
      <p:sp>
        <p:nvSpPr>
          <p:cNvPr id="427" name="Google Shape;427;p56: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28" name="Google Shape;428;p5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3" name="Shape 433"/>
        <p:cNvGrpSpPr/>
        <p:nvPr/>
      </p:nvGrpSpPr>
      <p:grpSpPr>
        <a:xfrm>
          <a:off x="0" y="0"/>
          <a:ext cx="0" cy="0"/>
          <a:chOff x="0" y="0"/>
          <a:chExt cx="0" cy="0"/>
        </a:xfrm>
      </p:grpSpPr>
      <p:sp>
        <p:nvSpPr>
          <p:cNvPr id="434" name="Google Shape;434;p57: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35" name="Google Shape;435;p5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9" name="Shape 439"/>
        <p:cNvGrpSpPr/>
        <p:nvPr/>
      </p:nvGrpSpPr>
      <p:grpSpPr>
        <a:xfrm>
          <a:off x="0" y="0"/>
          <a:ext cx="0" cy="0"/>
          <a:chOff x="0" y="0"/>
          <a:chExt cx="0" cy="0"/>
        </a:xfrm>
      </p:grpSpPr>
      <p:sp>
        <p:nvSpPr>
          <p:cNvPr id="440" name="Google Shape;440;p58: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41" name="Google Shape;441;p5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6" name="Shape 446"/>
        <p:cNvGrpSpPr/>
        <p:nvPr/>
      </p:nvGrpSpPr>
      <p:grpSpPr>
        <a:xfrm>
          <a:off x="0" y="0"/>
          <a:ext cx="0" cy="0"/>
          <a:chOff x="0" y="0"/>
          <a:chExt cx="0" cy="0"/>
        </a:xfrm>
      </p:grpSpPr>
      <p:sp>
        <p:nvSpPr>
          <p:cNvPr id="447" name="Google Shape;447;p59: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48" name="Google Shape;448;p5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2" name="Shape 452"/>
        <p:cNvGrpSpPr/>
        <p:nvPr/>
      </p:nvGrpSpPr>
      <p:grpSpPr>
        <a:xfrm>
          <a:off x="0" y="0"/>
          <a:ext cx="0" cy="0"/>
          <a:chOff x="0" y="0"/>
          <a:chExt cx="0" cy="0"/>
        </a:xfrm>
      </p:grpSpPr>
      <p:sp>
        <p:nvSpPr>
          <p:cNvPr id="453" name="Google Shape;453;p60: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54" name="Google Shape;454;p6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9" name="Shape 459"/>
        <p:cNvGrpSpPr/>
        <p:nvPr/>
      </p:nvGrpSpPr>
      <p:grpSpPr>
        <a:xfrm>
          <a:off x="0" y="0"/>
          <a:ext cx="0" cy="0"/>
          <a:chOff x="0" y="0"/>
          <a:chExt cx="0" cy="0"/>
        </a:xfrm>
      </p:grpSpPr>
      <p:sp>
        <p:nvSpPr>
          <p:cNvPr id="460" name="Google Shape;460;p61: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61" name="Google Shape;461;p6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6" name="Shape 466"/>
        <p:cNvGrpSpPr/>
        <p:nvPr/>
      </p:nvGrpSpPr>
      <p:grpSpPr>
        <a:xfrm>
          <a:off x="0" y="0"/>
          <a:ext cx="0" cy="0"/>
          <a:chOff x="0" y="0"/>
          <a:chExt cx="0" cy="0"/>
        </a:xfrm>
      </p:grpSpPr>
      <p:sp>
        <p:nvSpPr>
          <p:cNvPr id="467" name="Google Shape;467;p62: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68" name="Google Shape;468;p6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3" name="Shape 473"/>
        <p:cNvGrpSpPr/>
        <p:nvPr/>
      </p:nvGrpSpPr>
      <p:grpSpPr>
        <a:xfrm>
          <a:off x="0" y="0"/>
          <a:ext cx="0" cy="0"/>
          <a:chOff x="0" y="0"/>
          <a:chExt cx="0" cy="0"/>
        </a:xfrm>
      </p:grpSpPr>
      <p:sp>
        <p:nvSpPr>
          <p:cNvPr id="474" name="Google Shape;474;p63: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75" name="Google Shape;475;p6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0" name="Shape 480"/>
        <p:cNvGrpSpPr/>
        <p:nvPr/>
      </p:nvGrpSpPr>
      <p:grpSpPr>
        <a:xfrm>
          <a:off x="0" y="0"/>
          <a:ext cx="0" cy="0"/>
          <a:chOff x="0" y="0"/>
          <a:chExt cx="0" cy="0"/>
        </a:xfrm>
      </p:grpSpPr>
      <p:sp>
        <p:nvSpPr>
          <p:cNvPr id="481" name="Google Shape;481;p64: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82" name="Google Shape;482;p6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8" name="Shape 488"/>
        <p:cNvGrpSpPr/>
        <p:nvPr/>
      </p:nvGrpSpPr>
      <p:grpSpPr>
        <a:xfrm>
          <a:off x="0" y="0"/>
          <a:ext cx="0" cy="0"/>
          <a:chOff x="0" y="0"/>
          <a:chExt cx="0" cy="0"/>
        </a:xfrm>
      </p:grpSpPr>
      <p:sp>
        <p:nvSpPr>
          <p:cNvPr id="489" name="Google Shape;489;p65: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90" name="Google Shape;490;p6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5" name="Shape 495"/>
        <p:cNvGrpSpPr/>
        <p:nvPr/>
      </p:nvGrpSpPr>
      <p:grpSpPr>
        <a:xfrm>
          <a:off x="0" y="0"/>
          <a:ext cx="0" cy="0"/>
          <a:chOff x="0" y="0"/>
          <a:chExt cx="0" cy="0"/>
        </a:xfrm>
      </p:grpSpPr>
      <p:sp>
        <p:nvSpPr>
          <p:cNvPr id="496" name="Google Shape;496;p66: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497" name="Google Shape;497;p6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3" name="Shape 503"/>
        <p:cNvGrpSpPr/>
        <p:nvPr/>
      </p:nvGrpSpPr>
      <p:grpSpPr>
        <a:xfrm>
          <a:off x="0" y="0"/>
          <a:ext cx="0" cy="0"/>
          <a:chOff x="0" y="0"/>
          <a:chExt cx="0" cy="0"/>
        </a:xfrm>
      </p:grpSpPr>
      <p:sp>
        <p:nvSpPr>
          <p:cNvPr id="504" name="Google Shape;504;p67: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505" name="Google Shape;505;p6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1" name="Shape 511"/>
        <p:cNvGrpSpPr/>
        <p:nvPr/>
      </p:nvGrpSpPr>
      <p:grpSpPr>
        <a:xfrm>
          <a:off x="0" y="0"/>
          <a:ext cx="0" cy="0"/>
          <a:chOff x="0" y="0"/>
          <a:chExt cx="0" cy="0"/>
        </a:xfrm>
      </p:grpSpPr>
      <p:sp>
        <p:nvSpPr>
          <p:cNvPr id="512" name="Google Shape;512;p68: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513" name="Google Shape;513;p6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8" name="Shape 518"/>
        <p:cNvGrpSpPr/>
        <p:nvPr/>
      </p:nvGrpSpPr>
      <p:grpSpPr>
        <a:xfrm>
          <a:off x="0" y="0"/>
          <a:ext cx="0" cy="0"/>
          <a:chOff x="0" y="0"/>
          <a:chExt cx="0" cy="0"/>
        </a:xfrm>
      </p:grpSpPr>
      <p:sp>
        <p:nvSpPr>
          <p:cNvPr id="519" name="Google Shape;519;p69: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520" name="Google Shape;520;p6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6" name="Shape 526"/>
        <p:cNvGrpSpPr/>
        <p:nvPr/>
      </p:nvGrpSpPr>
      <p:grpSpPr>
        <a:xfrm>
          <a:off x="0" y="0"/>
          <a:ext cx="0" cy="0"/>
          <a:chOff x="0" y="0"/>
          <a:chExt cx="0" cy="0"/>
        </a:xfrm>
      </p:grpSpPr>
      <p:sp>
        <p:nvSpPr>
          <p:cNvPr id="527" name="Google Shape;527;g31ec619caae_0_0:notes"/>
          <p:cNvSpPr/>
          <p:nvPr>
            <p:ph type="sldImg" idx="2"/>
          </p:nvPr>
        </p:nvSpPr>
        <p:spPr>
          <a:xfrm>
            <a:off x="777875" y="1200150"/>
            <a:ext cx="5759400" cy="3240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1ec619caae_0_0:notes"/>
          <p:cNvSpPr txBox="1"/>
          <p:nvPr>
            <p:ph type="body" idx="1"/>
          </p:nvPr>
        </p:nvSpPr>
        <p:spPr>
          <a:xfrm>
            <a:off x="731520" y="4620577"/>
            <a:ext cx="5852100" cy="378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529" name="Google Shape;529;g31ec619caae_0_0:notes"/>
          <p:cNvSpPr txBox="1"/>
          <p:nvPr>
            <p:ph type="sldNum" idx="12"/>
          </p:nvPr>
        </p:nvSpPr>
        <p:spPr>
          <a:xfrm>
            <a:off x="4143587" y="9119474"/>
            <a:ext cx="3169800" cy="4818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SzPts val="1300"/>
              <a:buFont typeface="Arial" panose="020B0604020202020204"/>
              <a:buNone/>
            </a:pPr>
            <a:fld id="{00000000-1234-1234-1234-123412341234}" type="slidenum">
              <a:rPr lang="en-IN"/>
            </a:fld>
            <a:endParaRPr lang="en-I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3" name="Shape 533"/>
        <p:cNvGrpSpPr/>
        <p:nvPr/>
      </p:nvGrpSpPr>
      <p:grpSpPr>
        <a:xfrm>
          <a:off x="0" y="0"/>
          <a:ext cx="0" cy="0"/>
          <a:chOff x="0" y="0"/>
          <a:chExt cx="0" cy="0"/>
        </a:xfrm>
      </p:grpSpPr>
      <p:sp>
        <p:nvSpPr>
          <p:cNvPr id="534" name="Google Shape;534;p70: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535" name="Google Shape;535;p7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0" name="Shape 540"/>
        <p:cNvGrpSpPr/>
        <p:nvPr/>
      </p:nvGrpSpPr>
      <p:grpSpPr>
        <a:xfrm>
          <a:off x="0" y="0"/>
          <a:ext cx="0" cy="0"/>
          <a:chOff x="0" y="0"/>
          <a:chExt cx="0" cy="0"/>
        </a:xfrm>
      </p:grpSpPr>
      <p:sp>
        <p:nvSpPr>
          <p:cNvPr id="541" name="Google Shape;541;p71: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542" name="Google Shape;542;p7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7" name="Shape 547"/>
        <p:cNvGrpSpPr/>
        <p:nvPr/>
      </p:nvGrpSpPr>
      <p:grpSpPr>
        <a:xfrm>
          <a:off x="0" y="0"/>
          <a:ext cx="0" cy="0"/>
          <a:chOff x="0" y="0"/>
          <a:chExt cx="0" cy="0"/>
        </a:xfrm>
      </p:grpSpPr>
      <p:sp>
        <p:nvSpPr>
          <p:cNvPr id="548" name="Google Shape;548;p72: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549" name="Google Shape;549;p7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3" name="Shape 553"/>
        <p:cNvGrpSpPr/>
        <p:nvPr/>
      </p:nvGrpSpPr>
      <p:grpSpPr>
        <a:xfrm>
          <a:off x="0" y="0"/>
          <a:ext cx="0" cy="0"/>
          <a:chOff x="0" y="0"/>
          <a:chExt cx="0" cy="0"/>
        </a:xfrm>
      </p:grpSpPr>
      <p:sp>
        <p:nvSpPr>
          <p:cNvPr id="554" name="Google Shape;554;p73: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555" name="Google Shape;555;p7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9" name="Shape 559"/>
        <p:cNvGrpSpPr/>
        <p:nvPr/>
      </p:nvGrpSpPr>
      <p:grpSpPr>
        <a:xfrm>
          <a:off x="0" y="0"/>
          <a:ext cx="0" cy="0"/>
          <a:chOff x="0" y="0"/>
          <a:chExt cx="0" cy="0"/>
        </a:xfrm>
      </p:grpSpPr>
      <p:sp>
        <p:nvSpPr>
          <p:cNvPr id="560" name="Google Shape;560;p74: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561" name="Google Shape;561;p7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6" name="Shape 566"/>
        <p:cNvGrpSpPr/>
        <p:nvPr/>
      </p:nvGrpSpPr>
      <p:grpSpPr>
        <a:xfrm>
          <a:off x="0" y="0"/>
          <a:ext cx="0" cy="0"/>
          <a:chOff x="0" y="0"/>
          <a:chExt cx="0" cy="0"/>
        </a:xfrm>
      </p:grpSpPr>
      <p:sp>
        <p:nvSpPr>
          <p:cNvPr id="567" name="Google Shape;567;p75: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568" name="Google Shape;568;p7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3" name="Shape 573"/>
        <p:cNvGrpSpPr/>
        <p:nvPr/>
      </p:nvGrpSpPr>
      <p:grpSpPr>
        <a:xfrm>
          <a:off x="0" y="0"/>
          <a:ext cx="0" cy="0"/>
          <a:chOff x="0" y="0"/>
          <a:chExt cx="0" cy="0"/>
        </a:xfrm>
      </p:grpSpPr>
      <p:sp>
        <p:nvSpPr>
          <p:cNvPr id="574" name="Google Shape;574;p76: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575" name="Google Shape;575;p7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0" name="Shape 580"/>
        <p:cNvGrpSpPr/>
        <p:nvPr/>
      </p:nvGrpSpPr>
      <p:grpSpPr>
        <a:xfrm>
          <a:off x="0" y="0"/>
          <a:ext cx="0" cy="0"/>
          <a:chOff x="0" y="0"/>
          <a:chExt cx="0" cy="0"/>
        </a:xfrm>
      </p:grpSpPr>
      <p:sp>
        <p:nvSpPr>
          <p:cNvPr id="581" name="Google Shape;581;p77: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582" name="Google Shape;582;p7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6" name="Shape 586"/>
        <p:cNvGrpSpPr/>
        <p:nvPr/>
      </p:nvGrpSpPr>
      <p:grpSpPr>
        <a:xfrm>
          <a:off x="0" y="0"/>
          <a:ext cx="0" cy="0"/>
          <a:chOff x="0" y="0"/>
          <a:chExt cx="0" cy="0"/>
        </a:xfrm>
      </p:grpSpPr>
      <p:sp>
        <p:nvSpPr>
          <p:cNvPr id="587" name="Google Shape;587;p78: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588" name="Google Shape;588;p7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3" name="Shape 593"/>
        <p:cNvGrpSpPr/>
        <p:nvPr/>
      </p:nvGrpSpPr>
      <p:grpSpPr>
        <a:xfrm>
          <a:off x="0" y="0"/>
          <a:ext cx="0" cy="0"/>
          <a:chOff x="0" y="0"/>
          <a:chExt cx="0" cy="0"/>
        </a:xfrm>
      </p:grpSpPr>
      <p:sp>
        <p:nvSpPr>
          <p:cNvPr id="594" name="Google Shape;594;p79: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595" name="Google Shape;595;p7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9" name="Shape 599"/>
        <p:cNvGrpSpPr/>
        <p:nvPr/>
      </p:nvGrpSpPr>
      <p:grpSpPr>
        <a:xfrm>
          <a:off x="0" y="0"/>
          <a:ext cx="0" cy="0"/>
          <a:chOff x="0" y="0"/>
          <a:chExt cx="0" cy="0"/>
        </a:xfrm>
      </p:grpSpPr>
      <p:sp>
        <p:nvSpPr>
          <p:cNvPr id="600" name="Google Shape;600;p80: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01" name="Google Shape;601;p8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5" name="Shape 605"/>
        <p:cNvGrpSpPr/>
        <p:nvPr/>
      </p:nvGrpSpPr>
      <p:grpSpPr>
        <a:xfrm>
          <a:off x="0" y="0"/>
          <a:ext cx="0" cy="0"/>
          <a:chOff x="0" y="0"/>
          <a:chExt cx="0" cy="0"/>
        </a:xfrm>
      </p:grpSpPr>
      <p:sp>
        <p:nvSpPr>
          <p:cNvPr id="606" name="Google Shape;606;p81: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07" name="Google Shape;607;p8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1" name="Shape 611"/>
        <p:cNvGrpSpPr/>
        <p:nvPr/>
      </p:nvGrpSpPr>
      <p:grpSpPr>
        <a:xfrm>
          <a:off x="0" y="0"/>
          <a:ext cx="0" cy="0"/>
          <a:chOff x="0" y="0"/>
          <a:chExt cx="0" cy="0"/>
        </a:xfrm>
      </p:grpSpPr>
      <p:sp>
        <p:nvSpPr>
          <p:cNvPr id="612" name="Google Shape;612;p82: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13" name="Google Shape;613;p8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7" name="Shape 617"/>
        <p:cNvGrpSpPr/>
        <p:nvPr/>
      </p:nvGrpSpPr>
      <p:grpSpPr>
        <a:xfrm>
          <a:off x="0" y="0"/>
          <a:ext cx="0" cy="0"/>
          <a:chOff x="0" y="0"/>
          <a:chExt cx="0" cy="0"/>
        </a:xfrm>
      </p:grpSpPr>
      <p:sp>
        <p:nvSpPr>
          <p:cNvPr id="618" name="Google Shape;618;p83: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19" name="Google Shape;619;p8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3" name="Shape 623"/>
        <p:cNvGrpSpPr/>
        <p:nvPr/>
      </p:nvGrpSpPr>
      <p:grpSpPr>
        <a:xfrm>
          <a:off x="0" y="0"/>
          <a:ext cx="0" cy="0"/>
          <a:chOff x="0" y="0"/>
          <a:chExt cx="0" cy="0"/>
        </a:xfrm>
      </p:grpSpPr>
      <p:sp>
        <p:nvSpPr>
          <p:cNvPr id="624" name="Google Shape;624;p84: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25" name="Google Shape;625;p8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9" name="Shape 629"/>
        <p:cNvGrpSpPr/>
        <p:nvPr/>
      </p:nvGrpSpPr>
      <p:grpSpPr>
        <a:xfrm>
          <a:off x="0" y="0"/>
          <a:ext cx="0" cy="0"/>
          <a:chOff x="0" y="0"/>
          <a:chExt cx="0" cy="0"/>
        </a:xfrm>
      </p:grpSpPr>
      <p:sp>
        <p:nvSpPr>
          <p:cNvPr id="630" name="Google Shape;630;p85: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31" name="Google Shape;631;p8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5" name="Shape 635"/>
        <p:cNvGrpSpPr/>
        <p:nvPr/>
      </p:nvGrpSpPr>
      <p:grpSpPr>
        <a:xfrm>
          <a:off x="0" y="0"/>
          <a:ext cx="0" cy="0"/>
          <a:chOff x="0" y="0"/>
          <a:chExt cx="0" cy="0"/>
        </a:xfrm>
      </p:grpSpPr>
      <p:sp>
        <p:nvSpPr>
          <p:cNvPr id="636" name="Google Shape;636;p86: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37" name="Google Shape;637;p8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1" name="Shape 641"/>
        <p:cNvGrpSpPr/>
        <p:nvPr/>
      </p:nvGrpSpPr>
      <p:grpSpPr>
        <a:xfrm>
          <a:off x="0" y="0"/>
          <a:ext cx="0" cy="0"/>
          <a:chOff x="0" y="0"/>
          <a:chExt cx="0" cy="0"/>
        </a:xfrm>
      </p:grpSpPr>
      <p:sp>
        <p:nvSpPr>
          <p:cNvPr id="642" name="Google Shape;642;p87: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43" name="Google Shape;643;p8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7" name="Shape 647"/>
        <p:cNvGrpSpPr/>
        <p:nvPr/>
      </p:nvGrpSpPr>
      <p:grpSpPr>
        <a:xfrm>
          <a:off x="0" y="0"/>
          <a:ext cx="0" cy="0"/>
          <a:chOff x="0" y="0"/>
          <a:chExt cx="0" cy="0"/>
        </a:xfrm>
      </p:grpSpPr>
      <p:sp>
        <p:nvSpPr>
          <p:cNvPr id="648" name="Google Shape;648;p88: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49" name="Google Shape;649;p8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3" name="Shape 653"/>
        <p:cNvGrpSpPr/>
        <p:nvPr/>
      </p:nvGrpSpPr>
      <p:grpSpPr>
        <a:xfrm>
          <a:off x="0" y="0"/>
          <a:ext cx="0" cy="0"/>
          <a:chOff x="0" y="0"/>
          <a:chExt cx="0" cy="0"/>
        </a:xfrm>
      </p:grpSpPr>
      <p:sp>
        <p:nvSpPr>
          <p:cNvPr id="654" name="Google Shape;654;p89: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55" name="Google Shape;655;p8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9" name="Shape 659"/>
        <p:cNvGrpSpPr/>
        <p:nvPr/>
      </p:nvGrpSpPr>
      <p:grpSpPr>
        <a:xfrm>
          <a:off x="0" y="0"/>
          <a:ext cx="0" cy="0"/>
          <a:chOff x="0" y="0"/>
          <a:chExt cx="0" cy="0"/>
        </a:xfrm>
      </p:grpSpPr>
      <p:sp>
        <p:nvSpPr>
          <p:cNvPr id="660" name="Google Shape;660;p90: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61" name="Google Shape;661;p9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5" name="Shape 665"/>
        <p:cNvGrpSpPr/>
        <p:nvPr/>
      </p:nvGrpSpPr>
      <p:grpSpPr>
        <a:xfrm>
          <a:off x="0" y="0"/>
          <a:ext cx="0" cy="0"/>
          <a:chOff x="0" y="0"/>
          <a:chExt cx="0" cy="0"/>
        </a:xfrm>
      </p:grpSpPr>
      <p:sp>
        <p:nvSpPr>
          <p:cNvPr id="666" name="Google Shape;666;p91: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67" name="Google Shape;667;p9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1" name="Shape 671"/>
        <p:cNvGrpSpPr/>
        <p:nvPr/>
      </p:nvGrpSpPr>
      <p:grpSpPr>
        <a:xfrm>
          <a:off x="0" y="0"/>
          <a:ext cx="0" cy="0"/>
          <a:chOff x="0" y="0"/>
          <a:chExt cx="0" cy="0"/>
        </a:xfrm>
      </p:grpSpPr>
      <p:sp>
        <p:nvSpPr>
          <p:cNvPr id="672" name="Google Shape;672;p92: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73" name="Google Shape;673;p9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7" name="Shape 677"/>
        <p:cNvGrpSpPr/>
        <p:nvPr/>
      </p:nvGrpSpPr>
      <p:grpSpPr>
        <a:xfrm>
          <a:off x="0" y="0"/>
          <a:ext cx="0" cy="0"/>
          <a:chOff x="0" y="0"/>
          <a:chExt cx="0" cy="0"/>
        </a:xfrm>
      </p:grpSpPr>
      <p:sp>
        <p:nvSpPr>
          <p:cNvPr id="678" name="Google Shape;678;p93: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79" name="Google Shape;679;p9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3" name="Shape 683"/>
        <p:cNvGrpSpPr/>
        <p:nvPr/>
      </p:nvGrpSpPr>
      <p:grpSpPr>
        <a:xfrm>
          <a:off x="0" y="0"/>
          <a:ext cx="0" cy="0"/>
          <a:chOff x="0" y="0"/>
          <a:chExt cx="0" cy="0"/>
        </a:xfrm>
      </p:grpSpPr>
      <p:sp>
        <p:nvSpPr>
          <p:cNvPr id="684" name="Google Shape;684;p94: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85" name="Google Shape;685;p9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9" name="Shape 689"/>
        <p:cNvGrpSpPr/>
        <p:nvPr/>
      </p:nvGrpSpPr>
      <p:grpSpPr>
        <a:xfrm>
          <a:off x="0" y="0"/>
          <a:ext cx="0" cy="0"/>
          <a:chOff x="0" y="0"/>
          <a:chExt cx="0" cy="0"/>
        </a:xfrm>
      </p:grpSpPr>
      <p:sp>
        <p:nvSpPr>
          <p:cNvPr id="690" name="Google Shape;690;p95: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91" name="Google Shape;691;p9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5" name="Shape 695"/>
        <p:cNvGrpSpPr/>
        <p:nvPr/>
      </p:nvGrpSpPr>
      <p:grpSpPr>
        <a:xfrm>
          <a:off x="0" y="0"/>
          <a:ext cx="0" cy="0"/>
          <a:chOff x="0" y="0"/>
          <a:chExt cx="0" cy="0"/>
        </a:xfrm>
      </p:grpSpPr>
      <p:sp>
        <p:nvSpPr>
          <p:cNvPr id="696" name="Google Shape;696;p96: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697" name="Google Shape;697;p9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1" name="Shape 701"/>
        <p:cNvGrpSpPr/>
        <p:nvPr/>
      </p:nvGrpSpPr>
      <p:grpSpPr>
        <a:xfrm>
          <a:off x="0" y="0"/>
          <a:ext cx="0" cy="0"/>
          <a:chOff x="0" y="0"/>
          <a:chExt cx="0" cy="0"/>
        </a:xfrm>
      </p:grpSpPr>
      <p:sp>
        <p:nvSpPr>
          <p:cNvPr id="702" name="Google Shape;702;p97: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703" name="Google Shape;703;p9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7" name="Shape 707"/>
        <p:cNvGrpSpPr/>
        <p:nvPr/>
      </p:nvGrpSpPr>
      <p:grpSpPr>
        <a:xfrm>
          <a:off x="0" y="0"/>
          <a:ext cx="0" cy="0"/>
          <a:chOff x="0" y="0"/>
          <a:chExt cx="0" cy="0"/>
        </a:xfrm>
      </p:grpSpPr>
      <p:sp>
        <p:nvSpPr>
          <p:cNvPr id="708" name="Google Shape;708;p98: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709" name="Google Shape;709;p9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6" name="Shape 716"/>
        <p:cNvGrpSpPr/>
        <p:nvPr/>
      </p:nvGrpSpPr>
      <p:grpSpPr>
        <a:xfrm>
          <a:off x="0" y="0"/>
          <a:ext cx="0" cy="0"/>
          <a:chOff x="0" y="0"/>
          <a:chExt cx="0" cy="0"/>
        </a:xfrm>
      </p:grpSpPr>
      <p:sp>
        <p:nvSpPr>
          <p:cNvPr id="717" name="Google Shape;717;p99: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718" name="Google Shape;718;p9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2" name="Shape 722"/>
        <p:cNvGrpSpPr/>
        <p:nvPr/>
      </p:nvGrpSpPr>
      <p:grpSpPr>
        <a:xfrm>
          <a:off x="0" y="0"/>
          <a:ext cx="0" cy="0"/>
          <a:chOff x="0" y="0"/>
          <a:chExt cx="0" cy="0"/>
        </a:xfrm>
      </p:grpSpPr>
      <p:sp>
        <p:nvSpPr>
          <p:cNvPr id="723" name="Google Shape;723;p100: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724" name="Google Shape;724;p10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8" name="Shape 728"/>
        <p:cNvGrpSpPr/>
        <p:nvPr/>
      </p:nvGrpSpPr>
      <p:grpSpPr>
        <a:xfrm>
          <a:off x="0" y="0"/>
          <a:ext cx="0" cy="0"/>
          <a:chOff x="0" y="0"/>
          <a:chExt cx="0" cy="0"/>
        </a:xfrm>
      </p:grpSpPr>
      <p:sp>
        <p:nvSpPr>
          <p:cNvPr id="729" name="Google Shape;729;p101: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730" name="Google Shape;730;p10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4" name="Shape 734"/>
        <p:cNvGrpSpPr/>
        <p:nvPr/>
      </p:nvGrpSpPr>
      <p:grpSpPr>
        <a:xfrm>
          <a:off x="0" y="0"/>
          <a:ext cx="0" cy="0"/>
          <a:chOff x="0" y="0"/>
          <a:chExt cx="0" cy="0"/>
        </a:xfrm>
      </p:grpSpPr>
      <p:sp>
        <p:nvSpPr>
          <p:cNvPr id="735" name="Google Shape;735;p102: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736" name="Google Shape;736;p10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0" name="Shape 740"/>
        <p:cNvGrpSpPr/>
        <p:nvPr/>
      </p:nvGrpSpPr>
      <p:grpSpPr>
        <a:xfrm>
          <a:off x="0" y="0"/>
          <a:ext cx="0" cy="0"/>
          <a:chOff x="0" y="0"/>
          <a:chExt cx="0" cy="0"/>
        </a:xfrm>
      </p:grpSpPr>
      <p:sp>
        <p:nvSpPr>
          <p:cNvPr id="741" name="Google Shape;741;p103: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742" name="Google Shape;742;p10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6" name="Shape 746"/>
        <p:cNvGrpSpPr/>
        <p:nvPr/>
      </p:nvGrpSpPr>
      <p:grpSpPr>
        <a:xfrm>
          <a:off x="0" y="0"/>
          <a:ext cx="0" cy="0"/>
          <a:chOff x="0" y="0"/>
          <a:chExt cx="0" cy="0"/>
        </a:xfrm>
      </p:grpSpPr>
      <p:sp>
        <p:nvSpPr>
          <p:cNvPr id="747" name="Google Shape;747;p104: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748" name="Google Shape;748;p10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2" name="Shape 752"/>
        <p:cNvGrpSpPr/>
        <p:nvPr/>
      </p:nvGrpSpPr>
      <p:grpSpPr>
        <a:xfrm>
          <a:off x="0" y="0"/>
          <a:ext cx="0" cy="0"/>
          <a:chOff x="0" y="0"/>
          <a:chExt cx="0" cy="0"/>
        </a:xfrm>
      </p:grpSpPr>
      <p:sp>
        <p:nvSpPr>
          <p:cNvPr id="753" name="Google Shape;753;p105: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754" name="Google Shape;754;p10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8" name="Shape 758"/>
        <p:cNvGrpSpPr/>
        <p:nvPr/>
      </p:nvGrpSpPr>
      <p:grpSpPr>
        <a:xfrm>
          <a:off x="0" y="0"/>
          <a:ext cx="0" cy="0"/>
          <a:chOff x="0" y="0"/>
          <a:chExt cx="0" cy="0"/>
        </a:xfrm>
      </p:grpSpPr>
      <p:sp>
        <p:nvSpPr>
          <p:cNvPr id="759" name="Google Shape;759;p106: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760" name="Google Shape;760;p10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4" name="Shape 764"/>
        <p:cNvGrpSpPr/>
        <p:nvPr/>
      </p:nvGrpSpPr>
      <p:grpSpPr>
        <a:xfrm>
          <a:off x="0" y="0"/>
          <a:ext cx="0" cy="0"/>
          <a:chOff x="0" y="0"/>
          <a:chExt cx="0" cy="0"/>
        </a:xfrm>
      </p:grpSpPr>
      <p:sp>
        <p:nvSpPr>
          <p:cNvPr id="765" name="Google Shape;765;p107: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766" name="Google Shape;766;p10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1" name="Shape 771"/>
        <p:cNvGrpSpPr/>
        <p:nvPr/>
      </p:nvGrpSpPr>
      <p:grpSpPr>
        <a:xfrm>
          <a:off x="0" y="0"/>
          <a:ext cx="0" cy="0"/>
          <a:chOff x="0" y="0"/>
          <a:chExt cx="0" cy="0"/>
        </a:xfrm>
      </p:grpSpPr>
      <p:sp>
        <p:nvSpPr>
          <p:cNvPr id="772" name="Google Shape;772;p108: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773" name="Google Shape;773;p10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7" name="Shape 777"/>
        <p:cNvGrpSpPr/>
        <p:nvPr/>
      </p:nvGrpSpPr>
      <p:grpSpPr>
        <a:xfrm>
          <a:off x="0" y="0"/>
          <a:ext cx="0" cy="0"/>
          <a:chOff x="0" y="0"/>
          <a:chExt cx="0" cy="0"/>
        </a:xfrm>
      </p:grpSpPr>
      <p:sp>
        <p:nvSpPr>
          <p:cNvPr id="778" name="Google Shape;778;p109: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p>
        </p:txBody>
      </p:sp>
      <p:sp>
        <p:nvSpPr>
          <p:cNvPr id="779" name="Google Shape;779;p10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111"/>
          <p:cNvSpPr txBox="1"/>
          <p:nvPr>
            <p:ph type="ctrTitle"/>
          </p:nvPr>
        </p:nvSpPr>
        <p:spPr>
          <a:xfrm>
            <a:off x="914400" y="2130431"/>
            <a:ext cx="103632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11"/>
          <p:cNvSpPr txBox="1"/>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11"/>
          <p:cNvSpPr txBox="1"/>
          <p:nvPr>
            <p:ph type="dt" idx="10"/>
          </p:nvPr>
        </p:nvSpPr>
        <p:spPr>
          <a:xfrm>
            <a:off x="609603"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11"/>
          <p:cNvSpPr txBox="1"/>
          <p:nvPr>
            <p:ph type="ftr" idx="11"/>
          </p:nvPr>
        </p:nvSpPr>
        <p:spPr>
          <a:xfrm>
            <a:off x="4165601"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1"/>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112"/>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12"/>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4" name="Google Shape;24;p112"/>
          <p:cNvSpPr txBox="1"/>
          <p:nvPr>
            <p:ph type="dt" idx="10"/>
          </p:nvPr>
        </p:nvSpPr>
        <p:spPr>
          <a:xfrm>
            <a:off x="609603"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12"/>
          <p:cNvSpPr txBox="1"/>
          <p:nvPr>
            <p:ph type="ftr" idx="11"/>
          </p:nvPr>
        </p:nvSpPr>
        <p:spPr>
          <a:xfrm>
            <a:off x="4165601"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12"/>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7" name="Shape 27"/>
        <p:cNvGrpSpPr/>
        <p:nvPr/>
      </p:nvGrpSpPr>
      <p:grpSpPr>
        <a:xfrm>
          <a:off x="0" y="0"/>
          <a:ext cx="0" cy="0"/>
          <a:chOff x="0" y="0"/>
          <a:chExt cx="0" cy="0"/>
        </a:xfrm>
      </p:grpSpPr>
      <p:sp>
        <p:nvSpPr>
          <p:cNvPr id="28" name="Google Shape;28;p113"/>
          <p:cNvSpPr txBox="1"/>
          <p:nvPr>
            <p:ph type="dt" idx="10"/>
          </p:nvPr>
        </p:nvSpPr>
        <p:spPr>
          <a:xfrm>
            <a:off x="609603"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13"/>
          <p:cNvSpPr txBox="1"/>
          <p:nvPr>
            <p:ph type="ftr" idx="11"/>
          </p:nvPr>
        </p:nvSpPr>
        <p:spPr>
          <a:xfrm>
            <a:off x="4165601"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13"/>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1" name="Shape 31"/>
        <p:cNvGrpSpPr/>
        <p:nvPr/>
      </p:nvGrpSpPr>
      <p:grpSpPr>
        <a:xfrm>
          <a:off x="0" y="0"/>
          <a:ext cx="0" cy="0"/>
          <a:chOff x="0" y="0"/>
          <a:chExt cx="0" cy="0"/>
        </a:xfrm>
      </p:grpSpPr>
      <p:sp>
        <p:nvSpPr>
          <p:cNvPr id="32" name="Google Shape;32;p114"/>
          <p:cNvSpPr txBox="1"/>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panose="020F0502020204030204"/>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14"/>
          <p:cNvSpPr txBox="1"/>
          <p:nvPr>
            <p:ph type="body" idx="1"/>
          </p:nvPr>
        </p:nvSpPr>
        <p:spPr>
          <a:xfrm>
            <a:off x="963084" y="2906718"/>
            <a:ext cx="103632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114"/>
          <p:cNvSpPr txBox="1"/>
          <p:nvPr>
            <p:ph type="dt" idx="10"/>
          </p:nvPr>
        </p:nvSpPr>
        <p:spPr>
          <a:xfrm>
            <a:off x="609603"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14"/>
          <p:cNvSpPr txBox="1"/>
          <p:nvPr>
            <p:ph type="ftr" idx="11"/>
          </p:nvPr>
        </p:nvSpPr>
        <p:spPr>
          <a:xfrm>
            <a:off x="4165601"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14"/>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7" name="Shape 37"/>
        <p:cNvGrpSpPr/>
        <p:nvPr/>
      </p:nvGrpSpPr>
      <p:grpSpPr>
        <a:xfrm>
          <a:off x="0" y="0"/>
          <a:ext cx="0" cy="0"/>
          <a:chOff x="0" y="0"/>
          <a:chExt cx="0" cy="0"/>
        </a:xfrm>
      </p:grpSpPr>
      <p:sp>
        <p:nvSpPr>
          <p:cNvPr id="38" name="Google Shape;38;p115"/>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15"/>
          <p:cNvSpPr txBox="1"/>
          <p:nvPr>
            <p:ph type="body" idx="1"/>
          </p:nvPr>
        </p:nvSpPr>
        <p:spPr>
          <a:xfrm>
            <a:off x="609600" y="1600206"/>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40" name="Google Shape;40;p115"/>
          <p:cNvSpPr txBox="1"/>
          <p:nvPr>
            <p:ph type="body" idx="2"/>
          </p:nvPr>
        </p:nvSpPr>
        <p:spPr>
          <a:xfrm>
            <a:off x="6197600" y="1600206"/>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41" name="Google Shape;41;p115"/>
          <p:cNvSpPr txBox="1"/>
          <p:nvPr>
            <p:ph type="dt" idx="10"/>
          </p:nvPr>
        </p:nvSpPr>
        <p:spPr>
          <a:xfrm>
            <a:off x="609603"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5"/>
          <p:cNvSpPr txBox="1"/>
          <p:nvPr>
            <p:ph type="ftr" idx="11"/>
          </p:nvPr>
        </p:nvSpPr>
        <p:spPr>
          <a:xfrm>
            <a:off x="4165601"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15"/>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4" name="Shape 44"/>
        <p:cNvGrpSpPr/>
        <p:nvPr/>
      </p:nvGrpSpPr>
      <p:grpSpPr>
        <a:xfrm>
          <a:off x="0" y="0"/>
          <a:ext cx="0" cy="0"/>
          <a:chOff x="0" y="0"/>
          <a:chExt cx="0" cy="0"/>
        </a:xfrm>
      </p:grpSpPr>
      <p:sp>
        <p:nvSpPr>
          <p:cNvPr id="45" name="Google Shape;45;p116"/>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panose="020F0502020204030204"/>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16"/>
          <p:cNvSpPr txBox="1"/>
          <p:nvPr>
            <p:ph type="body" idx="1"/>
          </p:nvPr>
        </p:nvSpPr>
        <p:spPr>
          <a:xfrm>
            <a:off x="609605" y="1535116"/>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7" name="Google Shape;47;p116"/>
          <p:cNvSpPr txBox="1"/>
          <p:nvPr>
            <p:ph type="body" idx="2"/>
          </p:nvPr>
        </p:nvSpPr>
        <p:spPr>
          <a:xfrm>
            <a:off x="609605" y="2174879"/>
            <a:ext cx="5386917"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8" name="Google Shape;48;p116"/>
          <p:cNvSpPr txBox="1"/>
          <p:nvPr>
            <p:ph type="body" idx="3"/>
          </p:nvPr>
        </p:nvSpPr>
        <p:spPr>
          <a:xfrm>
            <a:off x="6193373" y="1535116"/>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9" name="Google Shape;49;p116"/>
          <p:cNvSpPr txBox="1"/>
          <p:nvPr>
            <p:ph type="body" idx="4"/>
          </p:nvPr>
        </p:nvSpPr>
        <p:spPr>
          <a:xfrm>
            <a:off x="6193373" y="2174879"/>
            <a:ext cx="5389033"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50" name="Google Shape;50;p116"/>
          <p:cNvSpPr txBox="1"/>
          <p:nvPr>
            <p:ph type="dt" idx="10"/>
          </p:nvPr>
        </p:nvSpPr>
        <p:spPr>
          <a:xfrm>
            <a:off x="609603"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16"/>
          <p:cNvSpPr txBox="1"/>
          <p:nvPr>
            <p:ph type="ftr" idx="11"/>
          </p:nvPr>
        </p:nvSpPr>
        <p:spPr>
          <a:xfrm>
            <a:off x="4165601"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6"/>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3" name="Shape 53"/>
        <p:cNvGrpSpPr/>
        <p:nvPr/>
      </p:nvGrpSpPr>
      <p:grpSpPr>
        <a:xfrm>
          <a:off x="0" y="0"/>
          <a:ext cx="0" cy="0"/>
          <a:chOff x="0" y="0"/>
          <a:chExt cx="0" cy="0"/>
        </a:xfrm>
      </p:grpSpPr>
      <p:sp>
        <p:nvSpPr>
          <p:cNvPr id="54" name="Google Shape;54;p117"/>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17"/>
          <p:cNvSpPr txBox="1"/>
          <p:nvPr>
            <p:ph type="dt" idx="10"/>
          </p:nvPr>
        </p:nvSpPr>
        <p:spPr>
          <a:xfrm>
            <a:off x="609603"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17"/>
          <p:cNvSpPr txBox="1"/>
          <p:nvPr>
            <p:ph type="ftr" idx="11"/>
          </p:nvPr>
        </p:nvSpPr>
        <p:spPr>
          <a:xfrm>
            <a:off x="4165601"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17"/>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8" name="Shape 58"/>
        <p:cNvGrpSpPr/>
        <p:nvPr/>
      </p:nvGrpSpPr>
      <p:grpSpPr>
        <a:xfrm>
          <a:off x="0" y="0"/>
          <a:ext cx="0" cy="0"/>
          <a:chOff x="0" y="0"/>
          <a:chExt cx="0" cy="0"/>
        </a:xfrm>
      </p:grpSpPr>
      <p:sp>
        <p:nvSpPr>
          <p:cNvPr id="59" name="Google Shape;59;p118"/>
          <p:cNvSpPr txBox="1"/>
          <p:nvPr>
            <p:ph type="title"/>
          </p:nvPr>
        </p:nvSpPr>
        <p:spPr>
          <a:xfrm>
            <a:off x="609604" y="273050"/>
            <a:ext cx="4011084"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18"/>
          <p:cNvSpPr txBox="1"/>
          <p:nvPr>
            <p:ph type="body" idx="1"/>
          </p:nvPr>
        </p:nvSpPr>
        <p:spPr>
          <a:xfrm>
            <a:off x="4766733" y="273056"/>
            <a:ext cx="6815667"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61" name="Google Shape;61;p118"/>
          <p:cNvSpPr txBox="1"/>
          <p:nvPr>
            <p:ph type="body" idx="2"/>
          </p:nvPr>
        </p:nvSpPr>
        <p:spPr>
          <a:xfrm>
            <a:off x="609604"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62" name="Google Shape;62;p118"/>
          <p:cNvSpPr txBox="1"/>
          <p:nvPr>
            <p:ph type="dt" idx="10"/>
          </p:nvPr>
        </p:nvSpPr>
        <p:spPr>
          <a:xfrm>
            <a:off x="609603"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18"/>
          <p:cNvSpPr txBox="1"/>
          <p:nvPr>
            <p:ph type="ftr" idx="11"/>
          </p:nvPr>
        </p:nvSpPr>
        <p:spPr>
          <a:xfrm>
            <a:off x="4165601"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18"/>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5" name="Shape 65"/>
        <p:cNvGrpSpPr/>
        <p:nvPr/>
      </p:nvGrpSpPr>
      <p:grpSpPr>
        <a:xfrm>
          <a:off x="0" y="0"/>
          <a:ext cx="0" cy="0"/>
          <a:chOff x="0" y="0"/>
          <a:chExt cx="0" cy="0"/>
        </a:xfrm>
      </p:grpSpPr>
      <p:sp>
        <p:nvSpPr>
          <p:cNvPr id="66" name="Google Shape;66;p119"/>
          <p:cNvSpPr txBox="1"/>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9"/>
          <p:cNvSpPr/>
          <p:nvPr>
            <p:ph type="pic" idx="2"/>
          </p:nvPr>
        </p:nvSpPr>
        <p:spPr>
          <a:xfrm>
            <a:off x="2389717" y="612775"/>
            <a:ext cx="7315200" cy="4114800"/>
          </a:xfrm>
          <a:prstGeom prst="rect">
            <a:avLst/>
          </a:prstGeom>
          <a:noFill/>
          <a:ln>
            <a:noFill/>
          </a:ln>
        </p:spPr>
      </p:sp>
      <p:sp>
        <p:nvSpPr>
          <p:cNvPr id="68" name="Google Shape;68;p119"/>
          <p:cNvSpPr txBox="1"/>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69" name="Google Shape;69;p119"/>
          <p:cNvSpPr txBox="1"/>
          <p:nvPr>
            <p:ph type="dt" idx="10"/>
          </p:nvPr>
        </p:nvSpPr>
        <p:spPr>
          <a:xfrm>
            <a:off x="609603"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9"/>
          <p:cNvSpPr txBox="1"/>
          <p:nvPr>
            <p:ph type="ftr" idx="11"/>
          </p:nvPr>
        </p:nvSpPr>
        <p:spPr>
          <a:xfrm>
            <a:off x="4165601"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19"/>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2" name="Shape 72"/>
        <p:cNvGrpSpPr/>
        <p:nvPr/>
      </p:nvGrpSpPr>
      <p:grpSpPr>
        <a:xfrm>
          <a:off x="0" y="0"/>
          <a:ext cx="0" cy="0"/>
          <a:chOff x="0" y="0"/>
          <a:chExt cx="0" cy="0"/>
        </a:xfrm>
      </p:grpSpPr>
      <p:sp>
        <p:nvSpPr>
          <p:cNvPr id="73" name="Google Shape;73;p120"/>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20"/>
          <p:cNvSpPr txBox="1"/>
          <p:nvPr>
            <p:ph type="body" idx="1"/>
          </p:nvPr>
        </p:nvSpPr>
        <p:spPr>
          <a:xfrm rot="5400000">
            <a:off x="3833019" y="-1623212"/>
            <a:ext cx="4525963" cy="10972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5" name="Google Shape;75;p120"/>
          <p:cNvSpPr txBox="1"/>
          <p:nvPr>
            <p:ph type="dt" idx="10"/>
          </p:nvPr>
        </p:nvSpPr>
        <p:spPr>
          <a:xfrm>
            <a:off x="609603"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0"/>
          <p:cNvSpPr txBox="1"/>
          <p:nvPr>
            <p:ph type="ftr" idx="11"/>
          </p:nvPr>
        </p:nvSpPr>
        <p:spPr>
          <a:xfrm>
            <a:off x="4165601"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20"/>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8" name="Shape 78"/>
        <p:cNvGrpSpPr/>
        <p:nvPr/>
      </p:nvGrpSpPr>
      <p:grpSpPr>
        <a:xfrm>
          <a:off x="0" y="0"/>
          <a:ext cx="0" cy="0"/>
          <a:chOff x="0" y="0"/>
          <a:chExt cx="0" cy="0"/>
        </a:xfrm>
      </p:grpSpPr>
      <p:sp>
        <p:nvSpPr>
          <p:cNvPr id="79" name="Google Shape;79;p121"/>
          <p:cNvSpPr txBox="1"/>
          <p:nvPr>
            <p:ph type="title"/>
          </p:nvPr>
        </p:nvSpPr>
        <p:spPr>
          <a:xfrm rot="5400000">
            <a:off x="7285043" y="1828802"/>
            <a:ext cx="5851525" cy="27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1"/>
          <p:cNvSpPr txBox="1"/>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81" name="Google Shape;81;p121"/>
          <p:cNvSpPr txBox="1"/>
          <p:nvPr>
            <p:ph type="dt" idx="10"/>
          </p:nvPr>
        </p:nvSpPr>
        <p:spPr>
          <a:xfrm>
            <a:off x="609603"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1"/>
          <p:cNvSpPr txBox="1"/>
          <p:nvPr>
            <p:ph type="ftr" idx="11"/>
          </p:nvPr>
        </p:nvSpPr>
        <p:spPr>
          <a:xfrm>
            <a:off x="4165601"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1"/>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stretch>
            <a:fillRect/>
          </a:stretch>
        </a:blipFill>
        <a:effectLst/>
      </p:bgPr>
    </p:bg>
    <p:spTree>
      <p:nvGrpSpPr>
        <p:cNvPr id="9" name="Shape 9"/>
        <p:cNvGrpSpPr/>
        <p:nvPr/>
      </p:nvGrpSpPr>
      <p:grpSpPr>
        <a:xfrm>
          <a:off x="0" y="0"/>
          <a:ext cx="0" cy="0"/>
          <a:chOff x="0" y="0"/>
          <a:chExt cx="0" cy="0"/>
        </a:xfrm>
      </p:grpSpPr>
      <p:sp>
        <p:nvSpPr>
          <p:cNvPr id="10" name="Google Shape;10;p110"/>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110"/>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10"/>
          <p:cNvSpPr txBox="1"/>
          <p:nvPr>
            <p:ph type="dt" idx="10"/>
          </p:nvPr>
        </p:nvSpPr>
        <p:spPr>
          <a:xfrm>
            <a:off x="609603" y="6356351"/>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10"/>
          <p:cNvSpPr txBox="1"/>
          <p:nvPr>
            <p:ph type="ftr" idx="11"/>
          </p:nvPr>
        </p:nvSpPr>
        <p:spPr>
          <a:xfrm>
            <a:off x="4165601" y="6356351"/>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10"/>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hyperlink" Target="https://developer.android.com/studio" TargetMode="Externa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2.xml"/><Relationship Id="rId2" Type="http://schemas.openxmlformats.org/officeDocument/2006/relationships/image" Target="../media/image46.png"/><Relationship Id="rId1" Type="http://schemas.openxmlformats.org/officeDocument/2006/relationships/image" Target="../media/image45.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48.pn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image" Target="../media/image50.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image" Target="../media/image53.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image" Target="../media/image57.jpe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5" Type="http://schemas.openxmlformats.org/officeDocument/2006/relationships/notesSlide" Target="../notesSlides/notesSlide106.xml"/><Relationship Id="rId4" Type="http://schemas.openxmlformats.org/officeDocument/2006/relationships/slideLayout" Target="../slideLayouts/slideLayout3.xml"/><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4" Type="http://schemas.openxmlformats.org/officeDocument/2006/relationships/notesSlide" Target="../notesSlides/notesSlide108.xml"/><Relationship Id="rId3" Type="http://schemas.openxmlformats.org/officeDocument/2006/relationships/slideLayout" Target="../slideLayouts/slideLayout2.xml"/><Relationship Id="rId2" Type="http://schemas.openxmlformats.org/officeDocument/2006/relationships/image" Target="../media/image70.png"/><Relationship Id="rId1"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7" name="Shape 87"/>
        <p:cNvGrpSpPr/>
        <p:nvPr/>
      </p:nvGrpSpPr>
      <p:grpSpPr>
        <a:xfrm>
          <a:off x="0" y="0"/>
          <a:ext cx="0" cy="0"/>
          <a:chOff x="0" y="0"/>
          <a:chExt cx="0" cy="0"/>
        </a:xfrm>
      </p:grpSpPr>
      <p:sp>
        <p:nvSpPr>
          <p:cNvPr id="88" name="Google Shape;88;p1"/>
          <p:cNvSpPr txBox="1"/>
          <p:nvPr>
            <p:ph type="ctrTitle"/>
          </p:nvPr>
        </p:nvSpPr>
        <p:spPr>
          <a:xfrm>
            <a:off x="914400" y="2130431"/>
            <a:ext cx="10363200" cy="1470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Module 1</a:t>
            </a:r>
            <a:br>
              <a:rPr lang="en-IN" b="1"/>
            </a:br>
            <a:r>
              <a:rPr lang="en-IN" b="1"/>
              <a:t>Introduction of Android</a:t>
            </a:r>
            <a:endParaRPr lang="en-IN" b="1"/>
          </a:p>
        </p:txBody>
      </p:sp>
      <p:sp>
        <p:nvSpPr>
          <p:cNvPr id="89" name="Google Shape;89;p1"/>
          <p:cNvSpPr txBox="1"/>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88888"/>
              </a:buClr>
              <a:buSzPts val="3200"/>
              <a:buNone/>
            </a:pPr>
            <a:r>
              <a:rPr lang="en-IN"/>
              <a:t>By: Misha Patel</a:t>
            </a:r>
            <a:endParaRPr lang="en-IN"/>
          </a:p>
        </p:txBody>
      </p:sp>
      <p:pic>
        <p:nvPicPr>
          <p:cNvPr id="90" name="Google Shape;90;p1" descr="home-bugdroid"/>
          <p:cNvPicPr preferRelativeResize="0"/>
          <p:nvPr/>
        </p:nvPicPr>
        <p:blipFill rotWithShape="1">
          <a:blip r:embed="rId1"/>
          <a:srcRect/>
          <a:stretch>
            <a:fillRect/>
          </a:stretch>
        </p:blipFill>
        <p:spPr>
          <a:xfrm>
            <a:off x="8899525" y="3064668"/>
            <a:ext cx="2927350" cy="33956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4" name="Shape 94"/>
        <p:cNvGrpSpPr/>
        <p:nvPr/>
      </p:nvGrpSpPr>
      <p:grpSpPr>
        <a:xfrm>
          <a:off x="0" y="0"/>
          <a:ext cx="0" cy="0"/>
          <a:chOff x="0" y="0"/>
          <a:chExt cx="0" cy="0"/>
        </a:xfrm>
      </p:grpSpPr>
      <p:sp>
        <p:nvSpPr>
          <p:cNvPr id="95" name="Google Shape;95;p2"/>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Outline</a:t>
            </a:r>
            <a:endParaRPr lang="en-IN" b="1"/>
          </a:p>
        </p:txBody>
      </p:sp>
      <p:sp>
        <p:nvSpPr>
          <p:cNvPr id="96" name="Google Shape;96;p2"/>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Introduction to Subject</a:t>
            </a:r>
            <a:endParaRPr lang="en-IN" b="1"/>
          </a:p>
          <a:p>
            <a:pPr marL="342900" lvl="0" indent="-342900" algn="l" rtl="0">
              <a:lnSpc>
                <a:spcPct val="100000"/>
              </a:lnSpc>
              <a:spcBef>
                <a:spcPts val="640"/>
              </a:spcBef>
              <a:spcAft>
                <a:spcPts val="0"/>
              </a:spcAft>
              <a:buClr>
                <a:schemeClr val="dk1"/>
              </a:buClr>
              <a:buSzPts val="3200"/>
              <a:buChar char="•"/>
            </a:pPr>
            <a:r>
              <a:rPr lang="en-IN" b="1"/>
              <a:t>What is Android?</a:t>
            </a:r>
            <a:endParaRPr lang="en-IN" b="1"/>
          </a:p>
          <a:p>
            <a:pPr marL="342900" lvl="0" indent="-342900" algn="l" rtl="0">
              <a:lnSpc>
                <a:spcPct val="100000"/>
              </a:lnSpc>
              <a:spcBef>
                <a:spcPts val="640"/>
              </a:spcBef>
              <a:spcAft>
                <a:spcPts val="0"/>
              </a:spcAft>
              <a:buClr>
                <a:schemeClr val="dk1"/>
              </a:buClr>
              <a:buSzPts val="3200"/>
              <a:buChar char="•"/>
            </a:pPr>
            <a:r>
              <a:rPr lang="en-IN" b="1"/>
              <a:t>What is “Open Handset Alliance”?</a:t>
            </a:r>
            <a:endParaRPr lang="en-IN" b="1"/>
          </a:p>
          <a:p>
            <a:pPr marL="342900" lvl="0" indent="-342900" algn="l" rtl="0">
              <a:lnSpc>
                <a:spcPct val="100000"/>
              </a:lnSpc>
              <a:spcBef>
                <a:spcPts val="640"/>
              </a:spcBef>
              <a:spcAft>
                <a:spcPts val="0"/>
              </a:spcAft>
              <a:buClr>
                <a:schemeClr val="dk1"/>
              </a:buClr>
              <a:buSzPts val="3200"/>
              <a:buChar char="•"/>
            </a:pPr>
            <a:r>
              <a:rPr lang="en-IN" b="1"/>
              <a:t>Why Android?</a:t>
            </a:r>
            <a:endParaRPr lang="en-IN" b="1"/>
          </a:p>
          <a:p>
            <a:pPr marL="342900" lvl="0" indent="-342900" algn="l" rtl="0">
              <a:lnSpc>
                <a:spcPct val="100000"/>
              </a:lnSpc>
              <a:spcBef>
                <a:spcPts val="640"/>
              </a:spcBef>
              <a:spcAft>
                <a:spcPts val="0"/>
              </a:spcAft>
              <a:buClr>
                <a:schemeClr val="dk1"/>
              </a:buClr>
              <a:buSzPts val="3200"/>
              <a:buChar char="•"/>
            </a:pPr>
            <a:r>
              <a:rPr lang="en-IN" b="1"/>
              <a:t>Android Version</a:t>
            </a:r>
            <a:endParaRPr lang="en-IN" b="1"/>
          </a:p>
          <a:p>
            <a:pPr marL="342900" lvl="0" indent="-342900" algn="l" rtl="0">
              <a:lnSpc>
                <a:spcPct val="100000"/>
              </a:lnSpc>
              <a:spcBef>
                <a:spcPts val="640"/>
              </a:spcBef>
              <a:spcAft>
                <a:spcPts val="0"/>
              </a:spcAft>
              <a:buClr>
                <a:schemeClr val="dk1"/>
              </a:buClr>
              <a:buSzPts val="3200"/>
              <a:buChar char="•"/>
            </a:pPr>
            <a:r>
              <a:rPr lang="en-IN" b="1"/>
              <a:t>Features of Android</a:t>
            </a:r>
            <a:endParaRPr lang="en-IN" b="1"/>
          </a:p>
          <a:p>
            <a:pPr marL="342900" lvl="0" indent="-342900" algn="l" rtl="0">
              <a:lnSpc>
                <a:spcPct val="100000"/>
              </a:lnSpc>
              <a:spcBef>
                <a:spcPts val="640"/>
              </a:spcBef>
              <a:spcAft>
                <a:spcPts val="0"/>
              </a:spcAft>
              <a:buClr>
                <a:schemeClr val="dk1"/>
              </a:buClr>
              <a:buSzPts val="3200"/>
              <a:buChar char="•"/>
            </a:pPr>
            <a:r>
              <a:rPr lang="en-IN" b="1"/>
              <a:t>Architecture of Android</a:t>
            </a:r>
            <a:endParaRPr lang="en-IN"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0" name="Shape 100"/>
        <p:cNvGrpSpPr/>
        <p:nvPr/>
      </p:nvGrpSpPr>
      <p:grpSpPr>
        <a:xfrm>
          <a:off x="0" y="0"/>
          <a:ext cx="0" cy="0"/>
          <a:chOff x="0" y="0"/>
          <a:chExt cx="0" cy="0"/>
        </a:xfrm>
      </p:grpSpPr>
      <p:sp>
        <p:nvSpPr>
          <p:cNvPr id="101" name="Google Shape;101;p6"/>
          <p:cNvSpPr txBox="1"/>
          <p:nvPr>
            <p:ph type="title"/>
          </p:nvPr>
        </p:nvSpPr>
        <p:spPr>
          <a:xfrm>
            <a:off x="-114677" y="0"/>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alibri" panose="020F0502020204030204"/>
              <a:buNone/>
            </a:pPr>
            <a:r>
              <a:rPr lang="en-IN" sz="4000" b="1"/>
              <a:t>What is Mobile Application Development?</a:t>
            </a:r>
            <a:endParaRPr lang="en-IN" sz="4000" b="1"/>
          </a:p>
        </p:txBody>
      </p:sp>
      <p:sp>
        <p:nvSpPr>
          <p:cNvPr id="102" name="Google Shape;102;p6"/>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Mobile application development is </a:t>
            </a:r>
            <a:r>
              <a:rPr lang="en-IN" b="1">
                <a:solidFill>
                  <a:srgbClr val="FF0000"/>
                </a:solidFill>
              </a:rPr>
              <a:t>the set of processes and procedures involved in writing software</a:t>
            </a:r>
            <a:r>
              <a:rPr lang="en-IN" b="1"/>
              <a:t> for small, wireless computing devices, such as smartphones and other hand-held devices.</a:t>
            </a:r>
            <a:endParaRPr b="1"/>
          </a:p>
        </p:txBody>
      </p:sp>
      <p:pic>
        <p:nvPicPr>
          <p:cNvPr id="103" name="Google Shape;103;p6" descr="Mobile Application Development | Custom Mobile App Development in Agra"/>
          <p:cNvPicPr preferRelativeResize="0"/>
          <p:nvPr/>
        </p:nvPicPr>
        <p:blipFill rotWithShape="1">
          <a:blip r:embed="rId1"/>
          <a:srcRect/>
          <a:stretch>
            <a:fillRect/>
          </a:stretch>
        </p:blipFill>
        <p:spPr>
          <a:xfrm>
            <a:off x="3390664" y="3659199"/>
            <a:ext cx="4505325" cy="29241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sp>
        <p:nvSpPr>
          <p:cNvPr id="108" name="Google Shape;108;p7"/>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Types of Mobile Apps by Technology</a:t>
            </a:r>
            <a:br>
              <a:rPr lang="en-IN" b="1"/>
            </a:br>
            <a:endParaRPr lang="en-IN" b="1"/>
          </a:p>
        </p:txBody>
      </p:sp>
      <p:sp>
        <p:nvSpPr>
          <p:cNvPr id="109" name="Google Shape;109;p7"/>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100000"/>
              </a:lnSpc>
              <a:spcBef>
                <a:spcPts val="0"/>
              </a:spcBef>
              <a:spcAft>
                <a:spcPts val="0"/>
              </a:spcAft>
              <a:buClr>
                <a:schemeClr val="dk1"/>
              </a:buClr>
              <a:buSzPct val="100000"/>
              <a:buChar char="•"/>
            </a:pPr>
            <a:r>
              <a:rPr lang="en-IN" b="1"/>
              <a:t>There are three basic types of mobile apps if we categorize them by the technology used to code them:</a:t>
            </a:r>
            <a:endParaRPr lang="en-IN" b="1"/>
          </a:p>
          <a:p>
            <a:pPr marL="342900" lvl="0" indent="-342900" algn="l" rtl="0">
              <a:lnSpc>
                <a:spcPct val="100000"/>
              </a:lnSpc>
              <a:spcBef>
                <a:spcPts val="590"/>
              </a:spcBef>
              <a:spcAft>
                <a:spcPts val="0"/>
              </a:spcAft>
              <a:buClr>
                <a:srgbClr val="FF0000"/>
              </a:buClr>
              <a:buSzPct val="100000"/>
              <a:buChar char="•"/>
            </a:pPr>
            <a:r>
              <a:rPr lang="en-IN" b="1">
                <a:solidFill>
                  <a:srgbClr val="FF0000"/>
                </a:solidFill>
              </a:rPr>
              <a:t>Native apps</a:t>
            </a:r>
            <a:r>
              <a:rPr lang="en-IN" b="1"/>
              <a:t> are created for one specific platform or operating system.</a:t>
            </a:r>
            <a:endParaRPr lang="en-IN" b="1"/>
          </a:p>
          <a:p>
            <a:pPr marL="342900" lvl="0" indent="-342900" algn="l" rtl="0">
              <a:lnSpc>
                <a:spcPct val="100000"/>
              </a:lnSpc>
              <a:spcBef>
                <a:spcPts val="590"/>
              </a:spcBef>
              <a:spcAft>
                <a:spcPts val="0"/>
              </a:spcAft>
              <a:buClr>
                <a:srgbClr val="FF0000"/>
              </a:buClr>
              <a:buSzPct val="100000"/>
              <a:buChar char="•"/>
            </a:pPr>
            <a:r>
              <a:rPr lang="en-IN" b="1">
                <a:solidFill>
                  <a:srgbClr val="FF0000"/>
                </a:solidFill>
              </a:rPr>
              <a:t>Web apps</a:t>
            </a:r>
            <a:r>
              <a:rPr lang="en-IN" b="1"/>
              <a:t> are responsive versions of websites that can work on any mobile device or OS because they’re delivered using a mobile browser.</a:t>
            </a:r>
            <a:endParaRPr lang="en-IN" b="1"/>
          </a:p>
          <a:p>
            <a:pPr marL="342900" lvl="0" indent="-342900" algn="l" rtl="0">
              <a:lnSpc>
                <a:spcPct val="100000"/>
              </a:lnSpc>
              <a:spcBef>
                <a:spcPts val="590"/>
              </a:spcBef>
              <a:spcAft>
                <a:spcPts val="0"/>
              </a:spcAft>
              <a:buClr>
                <a:srgbClr val="FF0000"/>
              </a:buClr>
              <a:buSzPct val="100000"/>
              <a:buChar char="•"/>
            </a:pPr>
            <a:r>
              <a:rPr lang="en-IN" b="1">
                <a:solidFill>
                  <a:srgbClr val="FF0000"/>
                </a:solidFill>
              </a:rPr>
              <a:t>Hybrid apps</a:t>
            </a:r>
            <a:r>
              <a:rPr lang="en-IN" b="1"/>
              <a:t> are combinations of both native and web apps, but wrapped within a native app, giving it the ability to have its own icon or be downloaded from an app store.</a:t>
            </a:r>
            <a:endParaRPr lang="en-IN" b="1"/>
          </a:p>
          <a:p>
            <a:pPr marL="342900" lvl="0" indent="-154940" algn="l" rtl="0">
              <a:lnSpc>
                <a:spcPct val="100000"/>
              </a:lnSpc>
              <a:spcBef>
                <a:spcPts val="590"/>
              </a:spcBef>
              <a:spcAft>
                <a:spcPts val="0"/>
              </a:spcAft>
              <a:buClr>
                <a:schemeClr val="dk1"/>
              </a:buClr>
              <a:buSzPct val="100000"/>
              <a:buNone/>
            </a:pPr>
            <a:endParaRPr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3" name="Shape 113"/>
        <p:cNvGrpSpPr/>
        <p:nvPr/>
      </p:nvGrpSpPr>
      <p:grpSpPr>
        <a:xfrm>
          <a:off x="0" y="0"/>
          <a:ext cx="0" cy="0"/>
          <a:chOff x="0" y="0"/>
          <a:chExt cx="0" cy="0"/>
        </a:xfrm>
      </p:grpSpPr>
      <p:sp>
        <p:nvSpPr>
          <p:cNvPr id="114" name="Google Shape;114;p8"/>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Native Apps</a:t>
            </a:r>
            <a:br>
              <a:rPr lang="en-IN" b="1"/>
            </a:br>
            <a:endParaRPr b="1"/>
          </a:p>
        </p:txBody>
      </p:sp>
      <p:pic>
        <p:nvPicPr>
          <p:cNvPr id="115" name="Google Shape;115;p8"/>
          <p:cNvPicPr preferRelativeResize="0"/>
          <p:nvPr>
            <p:ph type="body" idx="1"/>
          </p:nvPr>
        </p:nvPicPr>
        <p:blipFill rotWithShape="1">
          <a:blip r:embed="rId1"/>
          <a:srcRect/>
          <a:stretch>
            <a:fillRect/>
          </a:stretch>
        </p:blipFill>
        <p:spPr>
          <a:xfrm>
            <a:off x="1816359" y="1236572"/>
            <a:ext cx="7246160" cy="5493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sp>
        <p:nvSpPr>
          <p:cNvPr id="120" name="Google Shape;120;p9"/>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Web Apps</a:t>
            </a:r>
            <a:br>
              <a:rPr lang="en-IN" b="1"/>
            </a:br>
            <a:endParaRPr b="1"/>
          </a:p>
        </p:txBody>
      </p:sp>
      <p:pic>
        <p:nvPicPr>
          <p:cNvPr id="121" name="Google Shape;121;p9"/>
          <p:cNvPicPr preferRelativeResize="0"/>
          <p:nvPr>
            <p:ph type="body" idx="1"/>
          </p:nvPr>
        </p:nvPicPr>
        <p:blipFill rotWithShape="1">
          <a:blip r:embed="rId1"/>
          <a:srcRect/>
          <a:stretch>
            <a:fillRect/>
          </a:stretch>
        </p:blipFill>
        <p:spPr>
          <a:xfrm>
            <a:off x="1781968" y="1218466"/>
            <a:ext cx="7425406" cy="571957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sp>
        <p:nvSpPr>
          <p:cNvPr id="126" name="Google Shape;126;p10"/>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Hybrid Apps</a:t>
            </a:r>
            <a:br>
              <a:rPr lang="en-IN" b="1"/>
            </a:br>
            <a:endParaRPr b="1"/>
          </a:p>
        </p:txBody>
      </p:sp>
      <p:pic>
        <p:nvPicPr>
          <p:cNvPr id="127" name="Google Shape;127;p10"/>
          <p:cNvPicPr preferRelativeResize="0"/>
          <p:nvPr>
            <p:ph type="body" idx="1"/>
          </p:nvPr>
        </p:nvPicPr>
        <p:blipFill rotWithShape="1">
          <a:blip r:embed="rId1"/>
          <a:srcRect/>
          <a:stretch>
            <a:fillRect/>
          </a:stretch>
        </p:blipFill>
        <p:spPr>
          <a:xfrm>
            <a:off x="2016028" y="1245625"/>
            <a:ext cx="7289541" cy="5612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31" name="Shape 131"/>
        <p:cNvGrpSpPr/>
        <p:nvPr/>
      </p:nvGrpSpPr>
      <p:grpSpPr>
        <a:xfrm>
          <a:off x="0" y="0"/>
          <a:ext cx="0" cy="0"/>
          <a:chOff x="0" y="0"/>
          <a:chExt cx="0" cy="0"/>
        </a:xfrm>
      </p:grpSpPr>
      <p:sp>
        <p:nvSpPr>
          <p:cNvPr id="132" name="Google Shape;132;p11"/>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What is Android?</a:t>
            </a:r>
            <a:endParaRPr lang="en-IN" b="1"/>
          </a:p>
        </p:txBody>
      </p:sp>
      <p:sp>
        <p:nvSpPr>
          <p:cNvPr id="133" name="Google Shape;133;p11"/>
          <p:cNvSpPr txBox="1"/>
          <p:nvPr>
            <p:ph type="body" idx="1"/>
          </p:nvPr>
        </p:nvSpPr>
        <p:spPr>
          <a:xfrm>
            <a:off x="138545" y="1600206"/>
            <a:ext cx="9818255"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Android is </a:t>
            </a:r>
            <a:r>
              <a:rPr lang="en-IN" b="1">
                <a:solidFill>
                  <a:srgbClr val="FF0000"/>
                </a:solidFill>
              </a:rPr>
              <a:t>a Linux based mobile operating system</a:t>
            </a:r>
            <a:r>
              <a:rPr lang="en-IN" b="1"/>
              <a:t>.</a:t>
            </a:r>
            <a:endParaRPr lang="en-IN" b="1"/>
          </a:p>
          <a:p>
            <a:pPr marL="342900" lvl="0" indent="-342900" algn="l" rtl="0">
              <a:lnSpc>
                <a:spcPct val="100000"/>
              </a:lnSpc>
              <a:spcBef>
                <a:spcPts val="640"/>
              </a:spcBef>
              <a:spcAft>
                <a:spcPts val="0"/>
              </a:spcAft>
              <a:buClr>
                <a:schemeClr val="dk1"/>
              </a:buClr>
              <a:buSzPts val="3200"/>
              <a:buChar char="•"/>
            </a:pPr>
            <a:r>
              <a:rPr lang="en-IN" b="1"/>
              <a:t>Initially Android was available for mobile devices only.</a:t>
            </a:r>
            <a:endParaRPr lang="en-IN" b="1"/>
          </a:p>
          <a:p>
            <a:pPr marL="342900" lvl="0" indent="-342900" algn="l" rtl="0">
              <a:lnSpc>
                <a:spcPct val="100000"/>
              </a:lnSpc>
              <a:spcBef>
                <a:spcPts val="640"/>
              </a:spcBef>
              <a:spcAft>
                <a:spcPts val="0"/>
              </a:spcAft>
              <a:buClr>
                <a:schemeClr val="dk1"/>
              </a:buClr>
              <a:buSzPts val="3200"/>
              <a:buChar char="•"/>
            </a:pPr>
            <a:r>
              <a:rPr lang="en-IN" b="1"/>
              <a:t>Later on android is also available for </a:t>
            </a:r>
            <a:r>
              <a:rPr lang="en-IN" b="1">
                <a:solidFill>
                  <a:srgbClr val="FF0000"/>
                </a:solidFill>
              </a:rPr>
              <a:t>tablets,ware, big screen(TV), automobile</a:t>
            </a:r>
            <a:r>
              <a:rPr lang="en-IN" b="1"/>
              <a:t> etc.</a:t>
            </a:r>
            <a:endParaRPr lang="en-IN" b="1"/>
          </a:p>
          <a:p>
            <a:pPr marL="342900" lvl="0" indent="-342900" algn="l" rtl="0">
              <a:lnSpc>
                <a:spcPct val="100000"/>
              </a:lnSpc>
              <a:spcBef>
                <a:spcPts val="640"/>
              </a:spcBef>
              <a:spcAft>
                <a:spcPts val="0"/>
              </a:spcAft>
              <a:buClr>
                <a:schemeClr val="dk1"/>
              </a:buClr>
              <a:buSzPts val="3200"/>
              <a:buChar char="•"/>
            </a:pPr>
            <a:r>
              <a:rPr lang="en-IN" b="1"/>
              <a:t>Android was unveiled during 2007 along with the founding of the </a:t>
            </a:r>
            <a:r>
              <a:rPr lang="en-IN" b="1">
                <a:solidFill>
                  <a:srgbClr val="FF0000"/>
                </a:solidFill>
              </a:rPr>
              <a:t>Open Handset Alliance</a:t>
            </a:r>
            <a:endParaRPr b="1">
              <a:solidFill>
                <a:srgbClr val="FF0000"/>
              </a:solidFill>
            </a:endParaRPr>
          </a:p>
        </p:txBody>
      </p:sp>
      <p:pic>
        <p:nvPicPr>
          <p:cNvPr id="134" name="Google Shape;134;p11"/>
          <p:cNvPicPr preferRelativeResize="0"/>
          <p:nvPr/>
        </p:nvPicPr>
        <p:blipFill rotWithShape="1">
          <a:blip r:embed="rId1"/>
          <a:srcRect/>
          <a:stretch>
            <a:fillRect/>
          </a:stretch>
        </p:blipFill>
        <p:spPr>
          <a:xfrm>
            <a:off x="8991175" y="3591850"/>
            <a:ext cx="3200825" cy="3266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8" name="Shape 138"/>
        <p:cNvGrpSpPr/>
        <p:nvPr/>
      </p:nvGrpSpPr>
      <p:grpSpPr>
        <a:xfrm>
          <a:off x="0" y="0"/>
          <a:ext cx="0" cy="0"/>
          <a:chOff x="0" y="0"/>
          <a:chExt cx="0" cy="0"/>
        </a:xfrm>
      </p:grpSpPr>
      <p:sp>
        <p:nvSpPr>
          <p:cNvPr id="139" name="Google Shape;139;p12"/>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What is “Open Handset Alliance”?</a:t>
            </a:r>
            <a:endParaRPr lang="en-IN" b="1"/>
          </a:p>
        </p:txBody>
      </p:sp>
      <p:sp>
        <p:nvSpPr>
          <p:cNvPr id="140" name="Google Shape;140;p12"/>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Open Handset Alliance(OHA) was formed in November 2007.</a:t>
            </a:r>
            <a:endParaRPr lang="en-IN" b="1"/>
          </a:p>
          <a:p>
            <a:pPr marL="342900" lvl="0" indent="-342900" algn="l" rtl="0">
              <a:lnSpc>
                <a:spcPct val="100000"/>
              </a:lnSpc>
              <a:spcBef>
                <a:spcPts val="640"/>
              </a:spcBef>
              <a:spcAft>
                <a:spcPts val="0"/>
              </a:spcAft>
              <a:buClr>
                <a:schemeClr val="dk1"/>
              </a:buClr>
              <a:buSzPts val="3200"/>
              <a:buChar char="•"/>
            </a:pPr>
            <a:r>
              <a:rPr lang="en-IN" b="1"/>
              <a:t>The OHA is the group that is in </a:t>
            </a:r>
            <a:r>
              <a:rPr lang="en-IN" b="1">
                <a:solidFill>
                  <a:srgbClr val="FF0000"/>
                </a:solidFill>
              </a:rPr>
              <a:t>charge of the Android Smartphone Operating System</a:t>
            </a:r>
            <a:r>
              <a:rPr lang="en-IN" b="1"/>
              <a:t>. It was created by </a:t>
            </a:r>
            <a:r>
              <a:rPr lang="en-IN" b="1">
                <a:solidFill>
                  <a:srgbClr val="FF0000"/>
                </a:solidFill>
              </a:rPr>
              <a:t>Google</a:t>
            </a:r>
            <a:r>
              <a:rPr lang="en-IN" b="1"/>
              <a:t>.</a:t>
            </a:r>
            <a:endParaRPr lang="en-IN" b="1"/>
          </a:p>
          <a:p>
            <a:pPr marL="342900" lvl="0" indent="-342900" algn="l" rtl="0">
              <a:lnSpc>
                <a:spcPct val="100000"/>
              </a:lnSpc>
              <a:spcBef>
                <a:spcPts val="640"/>
              </a:spcBef>
              <a:spcAft>
                <a:spcPts val="0"/>
              </a:spcAft>
              <a:buClr>
                <a:schemeClr val="dk1"/>
              </a:buClr>
              <a:buSzPts val="3200"/>
              <a:buChar char="•"/>
            </a:pPr>
            <a:r>
              <a:rPr lang="en-IN" b="1"/>
              <a:t>The OHA is a business alliance that consists of </a:t>
            </a:r>
            <a:r>
              <a:rPr lang="en-IN" b="1">
                <a:solidFill>
                  <a:srgbClr val="FF0000"/>
                </a:solidFill>
              </a:rPr>
              <a:t>84 </a:t>
            </a:r>
            <a:r>
              <a:rPr lang="en-IN" b="1">
                <a:solidFill>
                  <a:srgbClr val="FF0000"/>
                </a:solidFill>
              </a:rPr>
              <a:t>companies </a:t>
            </a:r>
            <a:r>
              <a:rPr lang="en-IN" b="1"/>
              <a:t>for developing open standard platform for mobile devices.</a:t>
            </a:r>
            <a:endParaRPr lang="en-IN" b="1"/>
          </a:p>
          <a:p>
            <a:pPr marL="342900" lvl="0" indent="-342900" algn="l" rtl="0">
              <a:lnSpc>
                <a:spcPct val="100000"/>
              </a:lnSpc>
              <a:spcBef>
                <a:spcPts val="640"/>
              </a:spcBef>
              <a:spcAft>
                <a:spcPts val="0"/>
              </a:spcAft>
              <a:buClr>
                <a:schemeClr val="dk1"/>
              </a:buClr>
              <a:buSzPts val="3200"/>
              <a:buChar char="•"/>
            </a:pPr>
            <a:r>
              <a:rPr lang="en-IN" b="1"/>
              <a:t>The members of OHA includes handset manufacturers, chip makers, commercialization companies, software companies and mobile operators.</a:t>
            </a:r>
            <a:endParaRPr lang="en-IN"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p13"/>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OHA</a:t>
            </a:r>
            <a:endParaRPr lang="en-IN" b="1"/>
          </a:p>
        </p:txBody>
      </p:sp>
      <p:pic>
        <p:nvPicPr>
          <p:cNvPr id="146" name="Google Shape;146;p13"/>
          <p:cNvPicPr preferRelativeResize="0"/>
          <p:nvPr>
            <p:ph type="body" idx="1"/>
          </p:nvPr>
        </p:nvPicPr>
        <p:blipFill rotWithShape="1">
          <a:blip r:embed="rId1"/>
          <a:srcRect/>
          <a:stretch>
            <a:fillRect/>
          </a:stretch>
        </p:blipFill>
        <p:spPr>
          <a:xfrm>
            <a:off x="2119312" y="1639094"/>
            <a:ext cx="7953375" cy="4448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50" name="Shape 150"/>
        <p:cNvGrpSpPr/>
        <p:nvPr/>
      </p:nvGrpSpPr>
      <p:grpSpPr>
        <a:xfrm>
          <a:off x="0" y="0"/>
          <a:ext cx="0" cy="0"/>
          <a:chOff x="0" y="0"/>
          <a:chExt cx="0" cy="0"/>
        </a:xfrm>
      </p:grpSpPr>
      <p:sp>
        <p:nvSpPr>
          <p:cNvPr id="151" name="Google Shape;151;p18"/>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Developer</a:t>
            </a:r>
            <a:endParaRPr lang="en-IN" b="1"/>
          </a:p>
        </p:txBody>
      </p:sp>
      <p:sp>
        <p:nvSpPr>
          <p:cNvPr id="152" name="Google Shape;152;p18"/>
          <p:cNvSpPr txBox="1"/>
          <p:nvPr>
            <p:ph type="body" idx="1"/>
          </p:nvPr>
        </p:nvSpPr>
        <p:spPr>
          <a:xfrm>
            <a:off x="535709" y="1995055"/>
            <a:ext cx="10972800" cy="260465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4000"/>
              <a:buChar char="•"/>
            </a:pPr>
            <a:r>
              <a:rPr lang="en-IN" sz="4000"/>
              <a:t>Android OS is designed</a:t>
            </a:r>
            <a:r>
              <a:rPr lang="en-IN" sz="4000"/>
              <a:t> in October 2003 by </a:t>
            </a:r>
            <a:r>
              <a:rPr lang="en-IN" sz="4000" b="1"/>
              <a:t>Andy Rubin, Rich Miner, Nick Sears, and Chris White</a:t>
            </a:r>
            <a:r>
              <a:rPr lang="en-IN" sz="4000"/>
              <a:t>.</a:t>
            </a:r>
            <a:endParaRPr lang="en-IN" sz="4000"/>
          </a:p>
          <a:p>
            <a:pPr marL="342900" lvl="0" indent="-342900" algn="l" rtl="0">
              <a:lnSpc>
                <a:spcPct val="100000"/>
              </a:lnSpc>
              <a:spcBef>
                <a:spcPts val="800"/>
              </a:spcBef>
              <a:spcAft>
                <a:spcPts val="0"/>
              </a:spcAft>
              <a:buSzPts val="4000"/>
              <a:buChar char="•"/>
            </a:pPr>
            <a:r>
              <a:rPr lang="en-IN" sz="4000"/>
              <a:t>Handover to the </a:t>
            </a:r>
            <a:r>
              <a:rPr lang="en-IN" sz="4000" b="1"/>
              <a:t>Google </a:t>
            </a:r>
            <a:r>
              <a:rPr lang="en-IN" sz="4000"/>
              <a:t>in Corporation in the year of </a:t>
            </a:r>
            <a:r>
              <a:rPr lang="en-IN" sz="4000" b="1"/>
              <a:t>2007</a:t>
            </a:r>
            <a:r>
              <a:rPr lang="en-IN" sz="4000"/>
              <a:t>.</a:t>
            </a:r>
            <a:endParaRPr sz="4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sp>
        <p:nvSpPr>
          <p:cNvPr id="157" name="Google Shape;157;p14"/>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Why Android ?</a:t>
            </a:r>
            <a:br>
              <a:rPr lang="en-IN" b="1"/>
            </a:br>
            <a:endParaRPr b="1"/>
          </a:p>
        </p:txBody>
      </p:sp>
      <p:pic>
        <p:nvPicPr>
          <p:cNvPr id="158" name="Google Shape;158;p14"/>
          <p:cNvPicPr preferRelativeResize="0"/>
          <p:nvPr>
            <p:ph type="body" idx="1"/>
          </p:nvPr>
        </p:nvPicPr>
        <p:blipFill rotWithShape="1">
          <a:blip r:embed="rId1"/>
          <a:srcRect/>
          <a:stretch>
            <a:fillRect/>
          </a:stretch>
        </p:blipFill>
        <p:spPr>
          <a:xfrm>
            <a:off x="802847" y="1784927"/>
            <a:ext cx="4785869" cy="4525963"/>
          </a:xfrm>
          <a:prstGeom prst="rect">
            <a:avLst/>
          </a:prstGeom>
          <a:noFill/>
          <a:ln>
            <a:noFill/>
          </a:ln>
        </p:spPr>
      </p:pic>
      <p:sp>
        <p:nvSpPr>
          <p:cNvPr id="159" name="Google Shape;159;p14"/>
          <p:cNvSpPr/>
          <p:nvPr/>
        </p:nvSpPr>
        <p:spPr>
          <a:xfrm>
            <a:off x="5708072" y="2062752"/>
            <a:ext cx="5874300" cy="3970200"/>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rgbClr val="000000"/>
              </a:buClr>
              <a:buSzPts val="1800"/>
              <a:buFont typeface="Arial" panose="020B0604020202020204"/>
              <a:buChar char="•"/>
            </a:pPr>
            <a:r>
              <a:rPr lang="en-IN" sz="1800" b="1" i="0" u="none" strike="noStrike" cap="none">
                <a:solidFill>
                  <a:srgbClr val="000000"/>
                </a:solidFill>
                <a:latin typeface="Arial" panose="020B0604020202020204"/>
                <a:ea typeface="Arial" panose="020B0604020202020204"/>
                <a:cs typeface="Arial" panose="020B0604020202020204"/>
                <a:sym typeface="Arial" panose="020B0604020202020204"/>
              </a:rPr>
              <a:t>Android applications are usually developed in the Java language using the Android Software Development Kit.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00000"/>
              </a:lnSpc>
              <a:spcBef>
                <a:spcPts val="0"/>
              </a:spcBef>
              <a:spcAft>
                <a:spcPts val="0"/>
              </a:spcAft>
              <a:buClr>
                <a:srgbClr val="000000"/>
              </a:buClr>
              <a:buSzPts val="1800"/>
              <a:buFont typeface="Arial" panose="020B0604020202020204"/>
              <a:buChar char="•"/>
            </a:pPr>
            <a:r>
              <a:rPr lang="en-IN" sz="1800" b="1" i="0" u="none" strike="noStrike" cap="none">
                <a:solidFill>
                  <a:srgbClr val="000000"/>
                </a:solidFill>
                <a:latin typeface="Arial" panose="020B0604020202020204"/>
                <a:ea typeface="Arial" panose="020B0604020202020204"/>
                <a:cs typeface="Arial" panose="020B0604020202020204"/>
                <a:sym typeface="Arial" panose="020B0604020202020204"/>
              </a:rPr>
              <a:t>Once developed, Android applications can be packaged easily and sold out either through a store such as Google Play, SlideME, Opera Mobile Store, Mobango, F-droid and the Amazon Appstore.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00000"/>
              </a:lnSpc>
              <a:spcBef>
                <a:spcPts val="0"/>
              </a:spcBef>
              <a:spcAft>
                <a:spcPts val="0"/>
              </a:spcAft>
              <a:buClr>
                <a:srgbClr val="000000"/>
              </a:buClr>
              <a:buSzPts val="1800"/>
              <a:buFont typeface="Arial" panose="020B0604020202020204"/>
              <a:buChar char="•"/>
            </a:pPr>
            <a:r>
              <a:rPr lang="en-IN" sz="1800" b="1" i="0" u="none" strike="noStrike" cap="none">
                <a:solidFill>
                  <a:srgbClr val="000000"/>
                </a:solidFill>
                <a:latin typeface="Arial" panose="020B0604020202020204"/>
                <a:ea typeface="Arial" panose="020B0604020202020204"/>
                <a:cs typeface="Arial" panose="020B0604020202020204"/>
                <a:sym typeface="Arial" panose="020B0604020202020204"/>
              </a:rPr>
              <a:t>Android powers hundreds of millions of mobile devices in more than 190 countries around the world. It's the largest installed base of any mobile platform and growing fast.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00000"/>
              </a:lnSpc>
              <a:spcBef>
                <a:spcPts val="0"/>
              </a:spcBef>
              <a:spcAft>
                <a:spcPts val="0"/>
              </a:spcAft>
              <a:buClr>
                <a:srgbClr val="000000"/>
              </a:buClr>
              <a:buSzPts val="1800"/>
              <a:buFont typeface="Arial" panose="020B0604020202020204"/>
              <a:buChar char="•"/>
            </a:pPr>
            <a:r>
              <a:rPr lang="en-IN" sz="1800" b="1" i="0" u="none" strike="noStrike" cap="none">
                <a:solidFill>
                  <a:srgbClr val="000000"/>
                </a:solidFill>
                <a:latin typeface="Arial" panose="020B0604020202020204"/>
                <a:ea typeface="Arial" panose="020B0604020202020204"/>
                <a:cs typeface="Arial" panose="020B0604020202020204"/>
                <a:sym typeface="Arial" panose="020B0604020202020204"/>
              </a:rPr>
              <a:t>Every day more than 1 million new Android devices are activated worldwide.</a:t>
            </a: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63" name="Shape 163"/>
        <p:cNvGrpSpPr/>
        <p:nvPr/>
      </p:nvGrpSpPr>
      <p:grpSpPr>
        <a:xfrm>
          <a:off x="0" y="0"/>
          <a:ext cx="0" cy="0"/>
          <a:chOff x="0" y="0"/>
          <a:chExt cx="0" cy="0"/>
        </a:xfrm>
      </p:grpSpPr>
      <p:sp>
        <p:nvSpPr>
          <p:cNvPr id="164" name="Google Shape;164;p15"/>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Features of Android</a:t>
            </a:r>
            <a:endParaRPr lang="en-IN" b="1"/>
          </a:p>
        </p:txBody>
      </p:sp>
      <p:sp>
        <p:nvSpPr>
          <p:cNvPr id="165" name="Google Shape;165;p15"/>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fontScale="92500" lnSpcReduction="10000"/>
          </a:bodyPr>
          <a:lstStyle/>
          <a:p>
            <a:pPr marL="514350" lvl="0" indent="-514350" algn="l" rtl="0">
              <a:lnSpc>
                <a:spcPct val="100000"/>
              </a:lnSpc>
              <a:spcBef>
                <a:spcPts val="0"/>
              </a:spcBef>
              <a:spcAft>
                <a:spcPts val="0"/>
              </a:spcAft>
              <a:buClr>
                <a:srgbClr val="FF0000"/>
              </a:buClr>
              <a:buSzPct val="100000"/>
              <a:buFont typeface="Calibri" panose="020F0502020204030204"/>
              <a:buAutoNum type="arabicPeriod"/>
            </a:pPr>
            <a:r>
              <a:rPr lang="en-IN" b="1">
                <a:solidFill>
                  <a:srgbClr val="FF0000"/>
                </a:solidFill>
              </a:rPr>
              <a:t>Open Source: </a:t>
            </a:r>
            <a:r>
              <a:rPr lang="en-IN" b="1"/>
              <a:t>the original source code of android is available for modifications.</a:t>
            </a:r>
            <a:endParaRPr lang="en-IN" b="1"/>
          </a:p>
          <a:p>
            <a:pPr marL="514350" lvl="0" indent="-514350" algn="l" rtl="0">
              <a:lnSpc>
                <a:spcPct val="100000"/>
              </a:lnSpc>
              <a:spcBef>
                <a:spcPts val="590"/>
              </a:spcBef>
              <a:spcAft>
                <a:spcPts val="0"/>
              </a:spcAft>
              <a:buClr>
                <a:schemeClr val="dk1"/>
              </a:buClr>
              <a:buSzPct val="100000"/>
              <a:buFont typeface="Calibri" panose="020F0502020204030204"/>
              <a:buAutoNum type="arabicPeriod"/>
            </a:pPr>
            <a:r>
              <a:rPr lang="en-IN" b="1"/>
              <a:t>Android OS is </a:t>
            </a:r>
            <a:r>
              <a:rPr lang="en-IN" b="1">
                <a:solidFill>
                  <a:srgbClr val="FF0000"/>
                </a:solidFill>
              </a:rPr>
              <a:t>device independent</a:t>
            </a:r>
            <a:r>
              <a:rPr lang="en-IN" b="1"/>
              <a:t>.</a:t>
            </a:r>
            <a:endParaRPr lang="en-IN" b="1"/>
          </a:p>
          <a:p>
            <a:pPr marL="514350" lvl="0" indent="-514350" algn="l" rtl="0">
              <a:lnSpc>
                <a:spcPct val="100000"/>
              </a:lnSpc>
              <a:spcBef>
                <a:spcPts val="590"/>
              </a:spcBef>
              <a:spcAft>
                <a:spcPts val="0"/>
              </a:spcAft>
              <a:buClr>
                <a:schemeClr val="dk1"/>
              </a:buClr>
              <a:buSzPct val="100000"/>
              <a:buFont typeface="Calibri" panose="020F0502020204030204"/>
              <a:buAutoNum type="arabicPeriod"/>
            </a:pPr>
            <a:r>
              <a:rPr lang="en-IN" b="1"/>
              <a:t>Android OS supports </a:t>
            </a:r>
            <a:r>
              <a:rPr lang="en-IN" b="1">
                <a:solidFill>
                  <a:srgbClr val="FF0000"/>
                </a:solidFill>
              </a:rPr>
              <a:t>NFC(Near Field Communication)</a:t>
            </a:r>
            <a:endParaRPr lang="en-IN" b="1">
              <a:solidFill>
                <a:srgbClr val="FF0000"/>
              </a:solidFill>
            </a:endParaRPr>
          </a:p>
          <a:p>
            <a:pPr marL="742950" lvl="1" indent="-285750" algn="l" rtl="0">
              <a:lnSpc>
                <a:spcPct val="100000"/>
              </a:lnSpc>
              <a:spcBef>
                <a:spcPts val="520"/>
              </a:spcBef>
              <a:spcAft>
                <a:spcPts val="0"/>
              </a:spcAft>
              <a:buClr>
                <a:schemeClr val="dk1"/>
              </a:buClr>
              <a:buSzPct val="100000"/>
              <a:buChar char="–"/>
            </a:pPr>
            <a:r>
              <a:rPr lang="en-IN" b="1"/>
              <a:t>Transfer any amount of data by simply touching the two devices.</a:t>
            </a:r>
            <a:endParaRPr lang="en-IN" b="1"/>
          </a:p>
          <a:p>
            <a:pPr marL="742950" lvl="1" indent="-285750" algn="l" rtl="0">
              <a:lnSpc>
                <a:spcPct val="100000"/>
              </a:lnSpc>
              <a:spcBef>
                <a:spcPts val="520"/>
              </a:spcBef>
              <a:spcAft>
                <a:spcPts val="0"/>
              </a:spcAft>
              <a:buClr>
                <a:schemeClr val="dk1"/>
              </a:buClr>
              <a:buSzPct val="100000"/>
              <a:buChar char="–"/>
            </a:pPr>
            <a:r>
              <a:rPr lang="en-IN" b="1"/>
              <a:t>Maintain less than 1 cm distance in between two devices.</a:t>
            </a:r>
            <a:endParaRPr lang="en-IN" b="1"/>
          </a:p>
          <a:p>
            <a:pPr marL="0" lvl="0" indent="0" algn="l" rtl="0">
              <a:lnSpc>
                <a:spcPct val="100000"/>
              </a:lnSpc>
              <a:spcBef>
                <a:spcPts val="590"/>
              </a:spcBef>
              <a:spcAft>
                <a:spcPts val="0"/>
              </a:spcAft>
              <a:buClr>
                <a:schemeClr val="dk1"/>
              </a:buClr>
              <a:buSzPct val="100000"/>
              <a:buNone/>
            </a:pPr>
            <a:r>
              <a:rPr lang="en-IN" b="1"/>
              <a:t>4. Android OS supports </a:t>
            </a:r>
            <a:r>
              <a:rPr lang="en-IN" b="1">
                <a:solidFill>
                  <a:srgbClr val="FF0000"/>
                </a:solidFill>
              </a:rPr>
              <a:t>IPC(Inter Process Communication)</a:t>
            </a:r>
            <a:endParaRPr lang="en-IN" b="1">
              <a:solidFill>
                <a:srgbClr val="FF0000"/>
              </a:solidFill>
            </a:endParaRPr>
          </a:p>
          <a:p>
            <a:pPr marL="0" lvl="0" indent="0" algn="l" rtl="0">
              <a:lnSpc>
                <a:spcPct val="100000"/>
              </a:lnSpc>
              <a:spcBef>
                <a:spcPts val="590"/>
              </a:spcBef>
              <a:spcAft>
                <a:spcPts val="0"/>
              </a:spcAft>
              <a:buClr>
                <a:schemeClr val="dk1"/>
              </a:buClr>
              <a:buSzPct val="100000"/>
              <a:buNone/>
            </a:pPr>
            <a:r>
              <a:rPr lang="en-IN" b="1"/>
              <a:t>5. By default Android OS is available with </a:t>
            </a:r>
            <a:r>
              <a:rPr lang="en-IN" b="1">
                <a:solidFill>
                  <a:srgbClr val="FF0000"/>
                </a:solidFill>
              </a:rPr>
              <a:t>SQLite.</a:t>
            </a:r>
            <a:endParaRPr lang="en-IN" b="1">
              <a:solidFill>
                <a:srgbClr val="FF0000"/>
              </a:solidFill>
            </a:endParaRPr>
          </a:p>
          <a:p>
            <a:pPr marL="742950" lvl="1" indent="-285750" algn="l" rtl="0">
              <a:lnSpc>
                <a:spcPct val="100000"/>
              </a:lnSpc>
              <a:spcBef>
                <a:spcPts val="520"/>
              </a:spcBef>
              <a:spcAft>
                <a:spcPts val="0"/>
              </a:spcAft>
              <a:buClr>
                <a:schemeClr val="dk1"/>
              </a:buClr>
              <a:buSzPct val="100000"/>
              <a:buChar char="–"/>
            </a:pPr>
            <a:r>
              <a:rPr lang="en-IN" b="1"/>
              <a:t>This database is open source &amp; supports RDBMS</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69" name="Shape 169"/>
        <p:cNvGrpSpPr/>
        <p:nvPr/>
      </p:nvGrpSpPr>
      <p:grpSpPr>
        <a:xfrm>
          <a:off x="0" y="0"/>
          <a:ext cx="0" cy="0"/>
          <a:chOff x="0" y="0"/>
          <a:chExt cx="0" cy="0"/>
        </a:xfrm>
      </p:grpSpPr>
      <p:sp>
        <p:nvSpPr>
          <p:cNvPr id="170" name="Google Shape;170;p16"/>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Features of Android</a:t>
            </a:r>
            <a:endParaRPr lang="en-IN" b="1"/>
          </a:p>
        </p:txBody>
      </p:sp>
      <p:sp>
        <p:nvSpPr>
          <p:cNvPr id="171" name="Google Shape;171;p16"/>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3200"/>
              <a:buNone/>
            </a:pPr>
            <a:r>
              <a:rPr lang="en-IN" b="1"/>
              <a:t>6. Android OS supports for </a:t>
            </a:r>
            <a:r>
              <a:rPr lang="en-IN" b="1">
                <a:solidFill>
                  <a:srgbClr val="FF0000"/>
                </a:solidFill>
              </a:rPr>
              <a:t>SSL(Secure Socket Layer)</a:t>
            </a:r>
            <a:endParaRPr lang="en-IN" b="1">
              <a:solidFill>
                <a:srgbClr val="FF0000"/>
              </a:solidFill>
            </a:endParaRPr>
          </a:p>
          <a:p>
            <a:pPr marL="742950" lvl="1" indent="-285750" algn="l" rtl="0">
              <a:lnSpc>
                <a:spcPct val="100000"/>
              </a:lnSpc>
              <a:spcBef>
                <a:spcPts val="560"/>
              </a:spcBef>
              <a:spcAft>
                <a:spcPts val="0"/>
              </a:spcAft>
              <a:buClr>
                <a:schemeClr val="dk1"/>
              </a:buClr>
              <a:buSzPts val="2800"/>
              <a:buChar char="–"/>
            </a:pPr>
            <a:r>
              <a:rPr lang="en-IN" b="1"/>
              <a:t> TLS(Transport Layer Security)</a:t>
            </a:r>
            <a:endParaRPr lang="en-IN" b="1"/>
          </a:p>
          <a:p>
            <a:pPr marL="742950" lvl="1" indent="-285750" algn="l" rtl="0">
              <a:lnSpc>
                <a:spcPct val="100000"/>
              </a:lnSpc>
              <a:spcBef>
                <a:spcPts val="560"/>
              </a:spcBef>
              <a:spcAft>
                <a:spcPts val="0"/>
              </a:spcAft>
              <a:buClr>
                <a:schemeClr val="dk1"/>
              </a:buClr>
              <a:buSzPts val="2800"/>
              <a:buChar char="–"/>
            </a:pPr>
            <a:r>
              <a:rPr lang="en-IN" b="1"/>
              <a:t> In SSL client &amp; server interaction done in encrypted mode.</a:t>
            </a:r>
            <a:endParaRPr b="1"/>
          </a:p>
          <a:p>
            <a:pPr marL="0" lvl="0" indent="0" algn="l" rtl="0">
              <a:lnSpc>
                <a:spcPct val="100000"/>
              </a:lnSpc>
              <a:spcBef>
                <a:spcPts val="640"/>
              </a:spcBef>
              <a:spcAft>
                <a:spcPts val="0"/>
              </a:spcAft>
              <a:buClr>
                <a:schemeClr val="dk1"/>
              </a:buClr>
              <a:buSzPts val="3200"/>
              <a:buNone/>
            </a:pPr>
            <a:r>
              <a:rPr lang="en-IN" b="1"/>
              <a:t>7. Android OS will support </a:t>
            </a:r>
            <a:r>
              <a:rPr lang="en-IN" b="1">
                <a:solidFill>
                  <a:srgbClr val="FF0000"/>
                </a:solidFill>
              </a:rPr>
              <a:t>Text to Speech and Speech to Text conversion.</a:t>
            </a:r>
            <a:endParaRPr lang="en-IN" b="1">
              <a:solidFill>
                <a:srgbClr val="FF0000"/>
              </a:solidFill>
            </a:endParaRPr>
          </a:p>
          <a:p>
            <a:pPr marL="0" lvl="0" indent="0" algn="l" rtl="0">
              <a:lnSpc>
                <a:spcPct val="100000"/>
              </a:lnSpc>
              <a:spcBef>
                <a:spcPts val="640"/>
              </a:spcBef>
              <a:spcAft>
                <a:spcPts val="0"/>
              </a:spcAft>
              <a:buClr>
                <a:schemeClr val="dk1"/>
              </a:buClr>
              <a:buSzPts val="3200"/>
              <a:buNone/>
            </a:pPr>
            <a:r>
              <a:rPr lang="en-IN" b="1"/>
              <a:t>8. Android device can be controlled through </a:t>
            </a:r>
            <a:r>
              <a:rPr lang="en-IN" b="1">
                <a:solidFill>
                  <a:srgbClr val="FF0000"/>
                </a:solidFill>
              </a:rPr>
              <a:t>voice commands</a:t>
            </a:r>
            <a:r>
              <a:rPr lang="en-IN" b="1"/>
              <a:t>.</a:t>
            </a:r>
            <a:endParaRPr lang="en-IN" b="1"/>
          </a:p>
          <a:p>
            <a:pPr marL="0" lvl="0" indent="0" algn="l" rtl="0">
              <a:lnSpc>
                <a:spcPct val="100000"/>
              </a:lnSpc>
              <a:spcBef>
                <a:spcPts val="640"/>
              </a:spcBef>
              <a:spcAft>
                <a:spcPts val="0"/>
              </a:spcAft>
              <a:buClr>
                <a:schemeClr val="dk1"/>
              </a:buClr>
              <a:buSzPts val="3200"/>
              <a:buNone/>
            </a:pPr>
            <a:r>
              <a:rPr lang="en-IN" b="1"/>
              <a:t>9. Android supports </a:t>
            </a:r>
            <a:r>
              <a:rPr lang="en-IN" b="1">
                <a:solidFill>
                  <a:srgbClr val="FF0000"/>
                </a:solidFill>
              </a:rPr>
              <a:t>all types of images, audio, video,different types of languages, different types of fonts.</a:t>
            </a:r>
            <a:endParaRPr lang="en-IN" b="1">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75" name="Shape 175"/>
        <p:cNvGrpSpPr/>
        <p:nvPr/>
      </p:nvGrpSpPr>
      <p:grpSpPr>
        <a:xfrm>
          <a:off x="0" y="0"/>
          <a:ext cx="0" cy="0"/>
          <a:chOff x="0" y="0"/>
          <a:chExt cx="0" cy="0"/>
        </a:xfrm>
      </p:grpSpPr>
      <p:sp>
        <p:nvSpPr>
          <p:cNvPr id="176" name="Google Shape;176;p17"/>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Features of Android</a:t>
            </a:r>
            <a:endParaRPr lang="en-IN" b="1"/>
          </a:p>
        </p:txBody>
      </p:sp>
      <p:sp>
        <p:nvSpPr>
          <p:cNvPr id="177" name="Google Shape;177;p17"/>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3200"/>
              <a:buNone/>
            </a:pPr>
            <a:r>
              <a:rPr lang="en-IN" b="1"/>
              <a:t>10. Android OS supports basic </a:t>
            </a:r>
            <a:r>
              <a:rPr lang="en-IN" b="1">
                <a:solidFill>
                  <a:srgbClr val="FF0000"/>
                </a:solidFill>
              </a:rPr>
              <a:t>graphics and 2-D,3-D animation.</a:t>
            </a:r>
            <a:endParaRPr lang="en-IN" b="1">
              <a:solidFill>
                <a:srgbClr val="FF0000"/>
              </a:solidFill>
            </a:endParaRPr>
          </a:p>
          <a:p>
            <a:pPr marL="0" lvl="0" indent="0" algn="l" rtl="0">
              <a:lnSpc>
                <a:spcPct val="100000"/>
              </a:lnSpc>
              <a:spcBef>
                <a:spcPts val="640"/>
              </a:spcBef>
              <a:spcAft>
                <a:spcPts val="0"/>
              </a:spcAft>
              <a:buClr>
                <a:schemeClr val="dk1"/>
              </a:buClr>
              <a:buSzPts val="3200"/>
              <a:buNone/>
            </a:pPr>
            <a:r>
              <a:rPr lang="en-IN" b="1"/>
              <a:t>11. Supports </a:t>
            </a:r>
            <a:r>
              <a:rPr lang="en-IN" b="1">
                <a:solidFill>
                  <a:srgbClr val="FF0000"/>
                </a:solidFill>
              </a:rPr>
              <a:t>Video calling</a:t>
            </a:r>
            <a:r>
              <a:rPr lang="en-IN" b="1"/>
              <a:t>.</a:t>
            </a:r>
            <a:endParaRPr lang="en-IN" b="1"/>
          </a:p>
          <a:p>
            <a:pPr marL="0" lvl="0" indent="0" algn="l" rtl="0">
              <a:lnSpc>
                <a:spcPct val="100000"/>
              </a:lnSpc>
              <a:spcBef>
                <a:spcPts val="640"/>
              </a:spcBef>
              <a:spcAft>
                <a:spcPts val="0"/>
              </a:spcAft>
              <a:buClr>
                <a:schemeClr val="dk1"/>
              </a:buClr>
              <a:buSzPts val="3200"/>
              <a:buNone/>
            </a:pPr>
            <a:r>
              <a:rPr lang="en-IN" b="1"/>
              <a:t>12. External storage</a:t>
            </a:r>
            <a:endParaRPr lang="en-IN" b="1"/>
          </a:p>
          <a:p>
            <a:pPr marL="742950" lvl="1" indent="-285750" algn="l" rtl="0">
              <a:lnSpc>
                <a:spcPct val="100000"/>
              </a:lnSpc>
              <a:spcBef>
                <a:spcPts val="560"/>
              </a:spcBef>
              <a:spcAft>
                <a:spcPts val="0"/>
              </a:spcAft>
              <a:buClr>
                <a:schemeClr val="dk1"/>
              </a:buClr>
              <a:buSzPts val="2800"/>
              <a:buChar char="–"/>
            </a:pPr>
            <a:r>
              <a:rPr lang="en-IN" b="1"/>
              <a:t>Most Android devices include </a:t>
            </a:r>
            <a:r>
              <a:rPr lang="en-IN" b="1">
                <a:solidFill>
                  <a:srgbClr val="FF0000"/>
                </a:solidFill>
              </a:rPr>
              <a:t>microSD slot and can read microSD cards</a:t>
            </a:r>
            <a:r>
              <a:rPr lang="en-IN" b="1"/>
              <a:t> formatted with FAT32,Ext3 or Ext4 file system.</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82" name="Shape 182"/>
        <p:cNvGrpSpPr/>
        <p:nvPr/>
      </p:nvGrpSpPr>
      <p:grpSpPr>
        <a:xfrm>
          <a:off x="0" y="0"/>
          <a:ext cx="0" cy="0"/>
          <a:chOff x="0" y="0"/>
          <a:chExt cx="0" cy="0"/>
        </a:xfrm>
      </p:grpSpPr>
      <p:sp>
        <p:nvSpPr>
          <p:cNvPr id="183" name="Google Shape;183;p19"/>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Versions</a:t>
            </a:r>
            <a:endParaRPr lang="en-IN" b="1"/>
          </a:p>
        </p:txBody>
      </p:sp>
      <p:graphicFrame>
        <p:nvGraphicFramePr>
          <p:cNvPr id="184" name="Google Shape;184;p19"/>
          <p:cNvGraphicFramePr/>
          <p:nvPr/>
        </p:nvGraphicFramePr>
        <p:xfrm>
          <a:off x="609600" y="1600200"/>
          <a:ext cx="10972800" cy="3708500"/>
        </p:xfrm>
        <a:graphic>
          <a:graphicData uri="http://schemas.openxmlformats.org/drawingml/2006/table">
            <a:tbl>
              <a:tblPr firstRow="1" bandRow="1">
                <a:noFill/>
                <a:tableStyleId>{B4ECB897-CE38-444D-AD4F-E4DB748AEA95}</a:tableStyleId>
              </a:tblPr>
              <a:tblGrid>
                <a:gridCol w="1338150"/>
                <a:gridCol w="2014650"/>
                <a:gridCol w="7620000"/>
              </a:tblGrid>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Version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Nickname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Release Date</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1.0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Android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September 23,2008</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1.1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Beta Android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February 9,2009</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1.5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Cupcake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April 27,2009</a:t>
                      </a:r>
                      <a:endParaRPr sz="1800" b="1"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1.6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Donut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September 15,2009</a:t>
                      </a:r>
                      <a:endParaRPr sz="1800" b="1" u="none" strike="noStrike" cap="none"/>
                    </a:p>
                  </a:txBody>
                  <a:tcPr marL="91450" marR="91450" marT="45725" marB="45725"/>
                </a:tc>
              </a:tr>
              <a:tr h="370850">
                <a:tc gridSpan="3">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IN" sz="1800" b="1" u="none" strike="noStrike" cap="none">
                          <a:solidFill>
                            <a:srgbClr val="00B050"/>
                          </a:solidFill>
                        </a:rPr>
                        <a:t>Android 1.x  Mobiles only</a:t>
                      </a:r>
                      <a:endParaRPr sz="1400" u="none" strike="noStrike" cap="none"/>
                    </a:p>
                  </a:txBody>
                  <a:tcPr marL="91450" marR="91450" marT="45725" marB="45725"/>
                </a:tc>
                <a:tc hMerge="1">
                  <a:tcPr/>
                </a:tc>
                <a:tc hMerge="1">
                  <a:tcPr/>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Android 2.0/2.1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Éclair</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October 26,2009</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2.2 – 2.2.3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Froyo</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May 20,2009</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2.3 – 2.3.7</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Gingerbred</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December 6,2010</a:t>
                      </a:r>
                      <a:endParaRPr sz="1400" u="none" strike="noStrike" cap="none"/>
                    </a:p>
                  </a:txBody>
                  <a:tcPr marL="91450" marR="91450" marT="45725" marB="45725"/>
                </a:tc>
              </a:tr>
              <a:tr h="370850">
                <a:tc gridSpan="3">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IN" sz="1800" b="1" u="none" strike="noStrike" cap="none">
                          <a:solidFill>
                            <a:srgbClr val="00B050"/>
                          </a:solidFill>
                        </a:rPr>
                        <a:t>Android 2.x is  also designed for mobiles but from 2.x android started supporting API.</a:t>
                      </a:r>
                      <a:endParaRPr sz="1400" u="none" strike="noStrike" cap="none"/>
                    </a:p>
                    <a:p>
                      <a:pPr marL="0" marR="0" lvl="0" indent="0" algn="ctr" rtl="0">
                        <a:lnSpc>
                          <a:spcPct val="100000"/>
                        </a:lnSpc>
                        <a:spcBef>
                          <a:spcPts val="0"/>
                        </a:spcBef>
                        <a:spcAft>
                          <a:spcPts val="0"/>
                        </a:spcAft>
                        <a:buClr>
                          <a:srgbClr val="000000"/>
                        </a:buClr>
                        <a:buSzPts val="1800"/>
                        <a:buFont typeface="Arial" panose="020B0604020202020204"/>
                        <a:buNone/>
                      </a:pPr>
                      <a:r>
                        <a:rPr lang="en-IN" sz="1800" b="1" u="none" strike="noStrike" cap="none">
                          <a:solidFill>
                            <a:srgbClr val="00B050"/>
                          </a:solidFill>
                        </a:rPr>
                        <a:t>- By using Google API android application can interact with Google products such as Gmail, YouTube, google maps,</a:t>
                      </a:r>
                      <a:endParaRPr sz="1400" u="none" strike="noStrike" cap="none"/>
                    </a:p>
                    <a:p>
                      <a:pPr marL="0" marR="0" lvl="0" indent="0" algn="ctr" rtl="0">
                        <a:lnSpc>
                          <a:spcPct val="100000"/>
                        </a:lnSpc>
                        <a:spcBef>
                          <a:spcPts val="0"/>
                        </a:spcBef>
                        <a:spcAft>
                          <a:spcPts val="0"/>
                        </a:spcAft>
                        <a:buClr>
                          <a:srgbClr val="000000"/>
                        </a:buClr>
                        <a:buSzPts val="1800"/>
                        <a:buFont typeface="Arial" panose="020B0604020202020204"/>
                        <a:buNone/>
                      </a:pPr>
                      <a:r>
                        <a:rPr lang="en-IN" sz="1800" b="1" u="none" strike="noStrike" cap="none">
                          <a:solidFill>
                            <a:srgbClr val="00B050"/>
                          </a:solidFill>
                        </a:rPr>
                        <a:t>navigation, google search engine, google Clouds</a:t>
                      </a:r>
                      <a:endParaRPr sz="1800" b="1" u="none" strike="noStrike" cap="none">
                        <a:solidFill>
                          <a:srgbClr val="00B050"/>
                        </a:solidFill>
                      </a:endParaRPr>
                    </a:p>
                  </a:txBody>
                  <a:tcPr marL="91450" marR="91450" marT="45725" marB="45725"/>
                </a:tc>
                <a:tc hMerge="1">
                  <a:tcPr/>
                </a:tc>
                <a:tc hMerge="1">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88" name="Shape 188"/>
        <p:cNvGrpSpPr/>
        <p:nvPr/>
      </p:nvGrpSpPr>
      <p:grpSpPr>
        <a:xfrm>
          <a:off x="0" y="0"/>
          <a:ext cx="0" cy="0"/>
          <a:chOff x="0" y="0"/>
          <a:chExt cx="0" cy="0"/>
        </a:xfrm>
      </p:grpSpPr>
      <p:sp>
        <p:nvSpPr>
          <p:cNvPr id="189" name="Google Shape;189;p20"/>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Versions</a:t>
            </a:r>
            <a:endParaRPr lang="en-IN" b="1"/>
          </a:p>
        </p:txBody>
      </p:sp>
      <p:graphicFrame>
        <p:nvGraphicFramePr>
          <p:cNvPr id="190" name="Google Shape;190;p20"/>
          <p:cNvGraphicFramePr/>
          <p:nvPr/>
        </p:nvGraphicFramePr>
        <p:xfrm>
          <a:off x="609600" y="1600200"/>
          <a:ext cx="10972800" cy="3000000"/>
        </p:xfrm>
        <a:graphic>
          <a:graphicData uri="http://schemas.openxmlformats.org/drawingml/2006/table">
            <a:tbl>
              <a:tblPr firstRow="1" bandRow="1">
                <a:noFill/>
                <a:tableStyleId>{B4ECB897-CE38-444D-AD4F-E4DB748AEA95}</a:tableStyleId>
              </a:tblPr>
              <a:tblGrid>
                <a:gridCol w="3657600"/>
                <a:gridCol w="3657600"/>
                <a:gridCol w="3657600"/>
              </a:tblGrid>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Version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Nickname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Release Date</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Android 3.0 – 3.2.6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Honey Comb</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February 22,2011</a:t>
                      </a:r>
                      <a:endParaRPr sz="1400" u="none" strike="noStrike" cap="none"/>
                    </a:p>
                  </a:txBody>
                  <a:tcPr marL="91450" marR="91450" marT="45725" marB="45725"/>
                </a:tc>
              </a:tr>
              <a:tr h="370850">
                <a:tc gridSpan="3">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IN" sz="1800" b="1" u="none" strike="noStrike" cap="none">
                          <a:solidFill>
                            <a:srgbClr val="00B050"/>
                          </a:solidFill>
                        </a:rPr>
                        <a:t>Android 3.x is specially designed for tablets. Started supporting Fragments</a:t>
                      </a:r>
                      <a:r>
                        <a:rPr lang="en-IN" sz="1800" b="1" u="none" strike="noStrike" cap="none"/>
                        <a:t>.</a:t>
                      </a:r>
                      <a:endParaRPr sz="1800" b="1" u="none" strike="noStrike" cap="none"/>
                    </a:p>
                  </a:txBody>
                  <a:tcPr marL="91450" marR="91450" marT="45725" marB="45725"/>
                </a:tc>
                <a:tc hMerge="1">
                  <a:tcPr/>
                </a:tc>
                <a:tc hMerge="1">
                  <a:tcPr/>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Android 4.0 – 4.0.4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Ice-cream Sandwich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October 18,2011</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4.1 – 4.3.1</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Jellybean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July 9,2012</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4.4 – 4.4.4</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KitKat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October 31,2013</a:t>
                      </a:r>
                      <a:endParaRPr sz="1400" u="none" strike="noStrike" cap="none"/>
                    </a:p>
                  </a:txBody>
                  <a:tcPr marL="91450" marR="91450" marT="45725" marB="45725"/>
                </a:tc>
              </a:tr>
              <a:tr h="370850">
                <a:tc gridSpan="3">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IN" sz="1800" b="1" u="none" strike="noStrike" cap="none">
                          <a:solidFill>
                            <a:srgbClr val="00B050"/>
                          </a:solidFill>
                        </a:rPr>
                        <a:t>4.4.w supports for wearable devices like wrist-watch. From 4.x android started supporting mobiles &amp; tablets application. It means single app can run in mobiles &amp; tablets</a:t>
                      </a:r>
                      <a:endParaRPr sz="1800" b="1" u="none" strike="noStrike" cap="none">
                        <a:solidFill>
                          <a:srgbClr val="00B050"/>
                        </a:solidFill>
                      </a:endParaRPr>
                    </a:p>
                  </a:txBody>
                  <a:tcPr marL="91450" marR="91450" marT="45725" marB="45725"/>
                </a:tc>
                <a:tc hMerge="1">
                  <a:tcPr/>
                </a:tc>
                <a:tc hMerge="1">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94" name="Shape 194"/>
        <p:cNvGrpSpPr/>
        <p:nvPr/>
      </p:nvGrpSpPr>
      <p:grpSpPr>
        <a:xfrm>
          <a:off x="0" y="0"/>
          <a:ext cx="0" cy="0"/>
          <a:chOff x="0" y="0"/>
          <a:chExt cx="0" cy="0"/>
        </a:xfrm>
      </p:grpSpPr>
      <p:sp>
        <p:nvSpPr>
          <p:cNvPr id="195" name="Google Shape;195;p21"/>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Versions</a:t>
            </a:r>
            <a:endParaRPr lang="en-IN" b="1"/>
          </a:p>
        </p:txBody>
      </p:sp>
      <p:graphicFrame>
        <p:nvGraphicFramePr>
          <p:cNvPr id="196" name="Google Shape;196;p21"/>
          <p:cNvGraphicFramePr/>
          <p:nvPr/>
        </p:nvGraphicFramePr>
        <p:xfrm>
          <a:off x="609600" y="1600200"/>
          <a:ext cx="10972800" cy="4450200"/>
        </p:xfrm>
        <a:graphic>
          <a:graphicData uri="http://schemas.openxmlformats.org/drawingml/2006/table">
            <a:tbl>
              <a:tblPr firstRow="1" bandRow="1">
                <a:noFill/>
                <a:tableStyleId>{B4ECB897-CE38-444D-AD4F-E4DB748AEA95}</a:tableStyleId>
              </a:tblPr>
              <a:tblGrid>
                <a:gridCol w="3657600"/>
                <a:gridCol w="1998700"/>
                <a:gridCol w="5316500"/>
              </a:tblGrid>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Version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Nickname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en-IN" sz="1800" b="1" u="none" strike="noStrike" cap="none"/>
                        <a:t>Release Date</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Version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Nickname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Release Date</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5.0 – 5.1.1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Lollypop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November 12,2014</a:t>
                      </a:r>
                      <a:endParaRPr sz="1400" u="none" strike="noStrike" cap="none"/>
                    </a:p>
                  </a:txBody>
                  <a:tcPr marL="91450" marR="91450" marT="45725" marB="45725"/>
                </a:tc>
              </a:tr>
              <a:tr h="370850">
                <a:tc gridSpan="3">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IN" sz="1800" b="1" u="none" strike="noStrike" cap="none">
                          <a:solidFill>
                            <a:srgbClr val="00B050"/>
                          </a:solidFill>
                        </a:rPr>
                        <a:t>Android 5.x designed for Big Screens ie. TV</a:t>
                      </a:r>
                      <a:endParaRPr sz="1800" b="1" u="none" strike="noStrike" cap="none">
                        <a:solidFill>
                          <a:srgbClr val="00B050"/>
                        </a:solidFill>
                      </a:endParaRPr>
                    </a:p>
                  </a:txBody>
                  <a:tcPr marL="91450" marR="91450" marT="45725" marB="45725"/>
                </a:tc>
                <a:tc hMerge="1">
                  <a:tcPr/>
                </a:tc>
                <a:tc hMerge="1">
                  <a:tcPr/>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Android 6.0 – 6.0.1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Marshmallow</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en-IN" sz="1800" b="1" u="none" strike="noStrike" cap="none"/>
                        <a:t>October 5,2015</a:t>
                      </a:r>
                      <a:endParaRPr sz="1400" u="none" strike="noStrike" cap="none"/>
                    </a:p>
                  </a:txBody>
                  <a:tcPr marL="91450" marR="91450" marT="45725" marB="45725"/>
                </a:tc>
              </a:tr>
              <a:tr h="370850">
                <a:tc gridSpan="3">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IN" sz="1800" b="1" u="none" strike="noStrike" cap="none">
                          <a:solidFill>
                            <a:srgbClr val="00B050"/>
                          </a:solidFill>
                        </a:rPr>
                        <a:t>Android 6.0 designed for Automobiles(speed of car, km)</a:t>
                      </a:r>
                      <a:endParaRPr sz="1800" b="1" u="none" strike="noStrike" cap="none">
                        <a:solidFill>
                          <a:srgbClr val="00B050"/>
                        </a:solidFill>
                      </a:endParaRPr>
                    </a:p>
                  </a:txBody>
                  <a:tcPr marL="91450" marR="91450" marT="45725" marB="45725"/>
                </a:tc>
                <a:tc hMerge="1">
                  <a:tcPr/>
                </a:tc>
                <a:tc hMerge="1">
                  <a:tcPr/>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Android 7.0 – 7.1.2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Nougat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August 22,2016</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8.0 – 8.1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Oreo</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August 21,2017</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9.0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Pie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August 6,2018</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10.0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September 3,2019</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11.0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September 8,2020</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12.0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b="1" u="none" strike="noStrike" cap="none"/>
                        <a:t>October 19, 2021</a:t>
                      </a:r>
                      <a:endParaRPr sz="1400" u="none" strike="noStrike" cap="none"/>
                    </a:p>
                  </a:txBody>
                  <a:tcPr marL="91450" marR="91450" marT="45725" marB="457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22"/>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 History</a:t>
            </a:r>
            <a:endParaRPr lang="en-IN" b="1"/>
          </a:p>
        </p:txBody>
      </p:sp>
      <p:pic>
        <p:nvPicPr>
          <p:cNvPr id="202" name="Google Shape;202;p22"/>
          <p:cNvPicPr preferRelativeResize="0"/>
          <p:nvPr>
            <p:ph type="body" idx="1"/>
          </p:nvPr>
        </p:nvPicPr>
        <p:blipFill rotWithShape="1">
          <a:blip r:embed="rId1"/>
          <a:srcRect/>
          <a:stretch>
            <a:fillRect/>
          </a:stretch>
        </p:blipFill>
        <p:spPr>
          <a:xfrm>
            <a:off x="1667055" y="1417641"/>
            <a:ext cx="7911054" cy="527403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06" name="Shape 206"/>
        <p:cNvGrpSpPr/>
        <p:nvPr/>
      </p:nvGrpSpPr>
      <p:grpSpPr>
        <a:xfrm>
          <a:off x="0" y="0"/>
          <a:ext cx="0" cy="0"/>
          <a:chOff x="0" y="0"/>
          <a:chExt cx="0" cy="0"/>
        </a:xfrm>
      </p:grpSpPr>
      <p:sp>
        <p:nvSpPr>
          <p:cNvPr id="207" name="Google Shape;207;p23"/>
          <p:cNvSpPr txBox="1"/>
          <p:nvPr>
            <p:ph type="title"/>
          </p:nvPr>
        </p:nvSpPr>
        <p:spPr>
          <a:xfrm>
            <a:off x="609600" y="274641"/>
            <a:ext cx="10575636"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1.0 to 1.1(September 23, 2008)</a:t>
            </a:r>
            <a:endParaRPr lang="en-IN" b="1"/>
          </a:p>
        </p:txBody>
      </p:sp>
      <p:pic>
        <p:nvPicPr>
          <p:cNvPr id="208" name="Google Shape;208;p23"/>
          <p:cNvPicPr preferRelativeResize="0"/>
          <p:nvPr>
            <p:ph type="body" idx="1"/>
          </p:nvPr>
        </p:nvPicPr>
        <p:blipFill rotWithShape="1">
          <a:blip r:embed="rId1"/>
          <a:srcRect/>
          <a:stretch>
            <a:fillRect/>
          </a:stretch>
        </p:blipFill>
        <p:spPr>
          <a:xfrm>
            <a:off x="427243" y="1766455"/>
            <a:ext cx="6793222" cy="4525963"/>
          </a:xfrm>
          <a:prstGeom prst="rect">
            <a:avLst/>
          </a:prstGeom>
          <a:noFill/>
          <a:ln>
            <a:noFill/>
          </a:ln>
        </p:spPr>
      </p:pic>
      <p:sp>
        <p:nvSpPr>
          <p:cNvPr id="209" name="Google Shape;209;p23"/>
          <p:cNvSpPr/>
          <p:nvPr/>
        </p:nvSpPr>
        <p:spPr>
          <a:xfrm>
            <a:off x="7767781" y="2551837"/>
            <a:ext cx="4147127"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IN" sz="24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Google Maps.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Camera.</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Gmail, Contacts, and Google Synchronization.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Web Browser.</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Wireless supports – Wi-Fi and Bluetooth.</a:t>
            </a:r>
            <a:endParaRPr sz="24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sp>
        <p:nvSpPr>
          <p:cNvPr id="214" name="Google Shape;214;p24"/>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Beta 1.1(February 9, 2009)</a:t>
            </a:r>
            <a:endParaRPr lang="en-IN" b="1"/>
          </a:p>
        </p:txBody>
      </p:sp>
      <p:sp>
        <p:nvSpPr>
          <p:cNvPr id="215" name="Google Shape;215;p24"/>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released on February 9, 2009. </a:t>
            </a:r>
            <a:endParaRPr lang="en-IN" b="1"/>
          </a:p>
          <a:p>
            <a:pPr marL="342900" lvl="0" indent="-342900" algn="l" rtl="0">
              <a:lnSpc>
                <a:spcPct val="100000"/>
              </a:lnSpc>
              <a:spcBef>
                <a:spcPts val="640"/>
              </a:spcBef>
              <a:spcAft>
                <a:spcPts val="0"/>
              </a:spcAft>
              <a:buClr>
                <a:srgbClr val="FF0000"/>
              </a:buClr>
              <a:buSzPts val="3200"/>
              <a:buChar char="•"/>
            </a:pPr>
            <a:r>
              <a:rPr lang="en-IN" b="1">
                <a:solidFill>
                  <a:srgbClr val="FF0000"/>
                </a:solidFill>
              </a:rPr>
              <a:t>Features:</a:t>
            </a:r>
            <a:endParaRPr lang="en-IN" b="1">
              <a:solidFill>
                <a:srgbClr val="FF0000"/>
              </a:solidFill>
            </a:endParaRPr>
          </a:p>
          <a:p>
            <a:pPr marL="742950" lvl="1" indent="-285750" algn="l" rtl="0">
              <a:lnSpc>
                <a:spcPct val="100000"/>
              </a:lnSpc>
              <a:spcBef>
                <a:spcPts val="560"/>
              </a:spcBef>
              <a:spcAft>
                <a:spcPts val="0"/>
              </a:spcAft>
              <a:buClr>
                <a:schemeClr val="dk1"/>
              </a:buClr>
              <a:buSzPts val="2800"/>
              <a:buChar char="–"/>
            </a:pPr>
            <a:r>
              <a:rPr lang="en-IN" b="1"/>
              <a:t>Add Save attachment in the message.</a:t>
            </a:r>
            <a:endParaRPr lang="en-IN" b="1"/>
          </a:p>
          <a:p>
            <a:pPr marL="742950" lvl="1" indent="-285750" algn="l" rtl="0">
              <a:lnSpc>
                <a:spcPct val="100000"/>
              </a:lnSpc>
              <a:spcBef>
                <a:spcPts val="560"/>
              </a:spcBef>
              <a:spcAft>
                <a:spcPts val="0"/>
              </a:spcAft>
              <a:buClr>
                <a:schemeClr val="dk1"/>
              </a:buClr>
              <a:buSzPts val="2800"/>
              <a:buChar char="–"/>
            </a:pPr>
            <a:r>
              <a:rPr lang="en-IN" b="1"/>
              <a:t>Provides reviews and details when the user search business on maps.</a:t>
            </a:r>
            <a:endParaRPr lang="en-IN" b="1"/>
          </a:p>
          <a:p>
            <a:pPr marL="342900" lvl="0" indent="-139700" algn="l" rtl="0">
              <a:lnSpc>
                <a:spcPct val="100000"/>
              </a:lnSpc>
              <a:spcBef>
                <a:spcPts val="640"/>
              </a:spcBef>
              <a:spcAft>
                <a:spcPts val="0"/>
              </a:spcAft>
              <a:buClr>
                <a:schemeClr val="dk1"/>
              </a:buClr>
              <a:buSzPts val="3200"/>
              <a:buNone/>
            </a:pPr>
            <a:endParaRPr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19" name="Shape 219"/>
        <p:cNvGrpSpPr/>
        <p:nvPr/>
      </p:nvGrpSpPr>
      <p:grpSpPr>
        <a:xfrm>
          <a:off x="0" y="0"/>
          <a:ext cx="0" cy="0"/>
          <a:chOff x="0" y="0"/>
          <a:chExt cx="0" cy="0"/>
        </a:xfrm>
      </p:grpSpPr>
      <p:sp>
        <p:nvSpPr>
          <p:cNvPr id="220" name="Google Shape;220;p25"/>
          <p:cNvSpPr txBox="1"/>
          <p:nvPr>
            <p:ph type="title"/>
          </p:nvPr>
        </p:nvSpPr>
        <p:spPr>
          <a:xfrm>
            <a:off x="609600" y="274641"/>
            <a:ext cx="10972800" cy="1692704"/>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 1.5: Cupcake</a:t>
            </a:r>
            <a:br>
              <a:rPr lang="en-IN" b="1"/>
            </a:br>
            <a:r>
              <a:rPr lang="en-IN" b="1"/>
              <a:t>April 30, 2009</a:t>
            </a:r>
            <a:endParaRPr lang="en-IN" b="1"/>
          </a:p>
        </p:txBody>
      </p:sp>
      <p:pic>
        <p:nvPicPr>
          <p:cNvPr id="221" name="Google Shape;221;p25"/>
          <p:cNvPicPr preferRelativeResize="0"/>
          <p:nvPr>
            <p:ph type="body" idx="1"/>
          </p:nvPr>
        </p:nvPicPr>
        <p:blipFill rotWithShape="1">
          <a:blip r:embed="rId1"/>
          <a:srcRect/>
          <a:stretch>
            <a:fillRect/>
          </a:stretch>
        </p:blipFill>
        <p:spPr>
          <a:xfrm>
            <a:off x="406544" y="2247828"/>
            <a:ext cx="4562475" cy="3286125"/>
          </a:xfrm>
          <a:prstGeom prst="rect">
            <a:avLst/>
          </a:prstGeom>
          <a:noFill/>
          <a:ln>
            <a:noFill/>
          </a:ln>
        </p:spPr>
      </p:pic>
      <p:sp>
        <p:nvSpPr>
          <p:cNvPr id="222" name="Google Shape;222;p25"/>
          <p:cNvSpPr/>
          <p:nvPr/>
        </p:nvSpPr>
        <p:spPr>
          <a:xfrm>
            <a:off x="5458691" y="2708809"/>
            <a:ext cx="6012873"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IN" sz="24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New upload service on YouTube and Picasa like Uploading Videos and Photos.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Supporting in MPEG-4, Video recording.</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Improving Web Browser-Copy and Paste facility.</a:t>
            </a:r>
            <a:endParaRPr sz="24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26" name="Shape 226"/>
        <p:cNvGrpSpPr/>
        <p:nvPr/>
      </p:nvGrpSpPr>
      <p:grpSpPr>
        <a:xfrm>
          <a:off x="0" y="0"/>
          <a:ext cx="0" cy="0"/>
          <a:chOff x="0" y="0"/>
          <a:chExt cx="0" cy="0"/>
        </a:xfrm>
      </p:grpSpPr>
      <p:sp>
        <p:nvSpPr>
          <p:cNvPr id="227" name="Google Shape;227;p26"/>
          <p:cNvSpPr txBox="1"/>
          <p:nvPr>
            <p:ph type="title"/>
          </p:nvPr>
        </p:nvSpPr>
        <p:spPr>
          <a:xfrm>
            <a:off x="609600" y="274640"/>
            <a:ext cx="10972800" cy="152875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 1.6: Donut</a:t>
            </a:r>
            <a:br>
              <a:rPr lang="en-IN" b="1"/>
            </a:br>
            <a:r>
              <a:rPr lang="en-IN" b="1"/>
              <a:t>September 15, 2009. </a:t>
            </a:r>
            <a:endParaRPr lang="en-IN" b="1"/>
          </a:p>
        </p:txBody>
      </p:sp>
      <p:pic>
        <p:nvPicPr>
          <p:cNvPr id="228" name="Google Shape;228;p26"/>
          <p:cNvPicPr preferRelativeResize="0"/>
          <p:nvPr>
            <p:ph type="body" idx="1"/>
          </p:nvPr>
        </p:nvPicPr>
        <p:blipFill rotWithShape="1">
          <a:blip r:embed="rId1"/>
          <a:srcRect/>
          <a:stretch>
            <a:fillRect/>
          </a:stretch>
        </p:blipFill>
        <p:spPr>
          <a:xfrm>
            <a:off x="609600" y="1803400"/>
            <a:ext cx="3106621" cy="4525963"/>
          </a:xfrm>
          <a:prstGeom prst="rect">
            <a:avLst/>
          </a:prstGeom>
          <a:noFill/>
          <a:ln>
            <a:noFill/>
          </a:ln>
        </p:spPr>
      </p:pic>
      <p:sp>
        <p:nvSpPr>
          <p:cNvPr id="229" name="Google Shape;229;p26"/>
          <p:cNvSpPr/>
          <p:nvPr/>
        </p:nvSpPr>
        <p:spPr>
          <a:xfrm>
            <a:off x="5301672" y="2413338"/>
            <a:ext cx="6114473"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IN" sz="24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The main enhancement was a Power Control widget for managing Wi-Fi, Bluetooth, GPS, etc.</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Provided Gallery and Camera features with quick toggling 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Improve the speed in system apps.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Introduction of the Quick Search Box.</a:t>
            </a:r>
            <a:endParaRPr sz="24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33" name="Shape 233"/>
        <p:cNvGrpSpPr/>
        <p:nvPr/>
      </p:nvGrpSpPr>
      <p:grpSpPr>
        <a:xfrm>
          <a:off x="0" y="0"/>
          <a:ext cx="0" cy="0"/>
          <a:chOff x="0" y="0"/>
          <a:chExt cx="0" cy="0"/>
        </a:xfrm>
      </p:grpSpPr>
      <p:sp>
        <p:nvSpPr>
          <p:cNvPr id="234" name="Google Shape;234;p27"/>
          <p:cNvSpPr txBox="1"/>
          <p:nvPr>
            <p:ph type="title"/>
          </p:nvPr>
        </p:nvSpPr>
        <p:spPr>
          <a:xfrm>
            <a:off x="609600" y="274640"/>
            <a:ext cx="10972800" cy="1600341"/>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versions 2.0 to 2.1: Eclair</a:t>
            </a:r>
            <a:br>
              <a:rPr lang="en-IN" b="1"/>
            </a:br>
            <a:r>
              <a:rPr lang="en-IN" b="1"/>
              <a:t>December 3, 2009.</a:t>
            </a:r>
            <a:endParaRPr lang="en-IN" b="1"/>
          </a:p>
        </p:txBody>
      </p:sp>
      <p:pic>
        <p:nvPicPr>
          <p:cNvPr id="235" name="Google Shape;235;p27"/>
          <p:cNvPicPr preferRelativeResize="0"/>
          <p:nvPr>
            <p:ph type="body" idx="1"/>
          </p:nvPr>
        </p:nvPicPr>
        <p:blipFill rotWithShape="1">
          <a:blip r:embed="rId1"/>
          <a:srcRect/>
          <a:stretch>
            <a:fillRect/>
          </a:stretch>
        </p:blipFill>
        <p:spPr>
          <a:xfrm>
            <a:off x="371475" y="2108561"/>
            <a:ext cx="5724525" cy="3638550"/>
          </a:xfrm>
          <a:prstGeom prst="rect">
            <a:avLst/>
          </a:prstGeom>
          <a:noFill/>
          <a:ln>
            <a:noFill/>
          </a:ln>
        </p:spPr>
      </p:pic>
      <p:sp>
        <p:nvSpPr>
          <p:cNvPr id="236" name="Google Shape;236;p27"/>
          <p:cNvSpPr/>
          <p:nvPr/>
        </p:nvSpPr>
        <p:spPr>
          <a:xfrm>
            <a:off x="6530108" y="2551837"/>
            <a:ext cx="4516583"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IN" sz="24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Update UI.</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Support Live Wallpaper.</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Support Bluetooth 2.1.</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Improve Google map.</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400"/>
              <a:buFont typeface="Arial" panose="020B0604020202020204"/>
              <a:buChar char="•"/>
            </a:pPr>
            <a:r>
              <a:rPr lang="en-IN" sz="2400" b="1" i="0" u="none" strike="noStrike" cap="none">
                <a:solidFill>
                  <a:srgbClr val="1F1F1F"/>
                </a:solidFill>
                <a:latin typeface="Mukta" panose="020B0000000000000000"/>
                <a:ea typeface="Mukta" panose="020B0000000000000000"/>
                <a:cs typeface="Mukta" panose="020B0000000000000000"/>
                <a:sym typeface="Mukta" panose="020B0000000000000000"/>
              </a:rPr>
              <a:t>Minor API Changes.</a:t>
            </a:r>
            <a:endParaRPr sz="24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40" name="Shape 240"/>
        <p:cNvGrpSpPr/>
        <p:nvPr/>
      </p:nvGrpSpPr>
      <p:grpSpPr>
        <a:xfrm>
          <a:off x="0" y="0"/>
          <a:ext cx="0" cy="0"/>
          <a:chOff x="0" y="0"/>
          <a:chExt cx="0" cy="0"/>
        </a:xfrm>
      </p:grpSpPr>
      <p:sp>
        <p:nvSpPr>
          <p:cNvPr id="241" name="Google Shape;241;p28"/>
          <p:cNvSpPr txBox="1"/>
          <p:nvPr>
            <p:ph type="title"/>
          </p:nvPr>
        </p:nvSpPr>
        <p:spPr>
          <a:xfrm>
            <a:off x="609600" y="274640"/>
            <a:ext cx="10972800" cy="153799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 2.2: Froyo</a:t>
            </a:r>
            <a:br>
              <a:rPr lang="en-IN" b="1"/>
            </a:br>
            <a:r>
              <a:rPr lang="en-IN" b="1"/>
              <a:t>May 20, 2010.</a:t>
            </a:r>
            <a:endParaRPr lang="en-IN" b="1"/>
          </a:p>
        </p:txBody>
      </p:sp>
      <p:pic>
        <p:nvPicPr>
          <p:cNvPr id="242" name="Google Shape;242;p28"/>
          <p:cNvPicPr preferRelativeResize="0"/>
          <p:nvPr>
            <p:ph type="body" idx="1"/>
          </p:nvPr>
        </p:nvPicPr>
        <p:blipFill rotWithShape="1">
          <a:blip r:embed="rId1"/>
          <a:srcRect/>
          <a:stretch>
            <a:fillRect/>
          </a:stretch>
        </p:blipFill>
        <p:spPr>
          <a:xfrm>
            <a:off x="208027" y="1812636"/>
            <a:ext cx="6695945" cy="4525963"/>
          </a:xfrm>
          <a:prstGeom prst="rect">
            <a:avLst/>
          </a:prstGeom>
          <a:noFill/>
          <a:ln>
            <a:noFill/>
          </a:ln>
        </p:spPr>
      </p:pic>
      <p:sp>
        <p:nvSpPr>
          <p:cNvPr id="243" name="Google Shape;243;p28"/>
          <p:cNvSpPr/>
          <p:nvPr/>
        </p:nvSpPr>
        <p:spPr>
          <a:xfrm>
            <a:off x="6903971" y="2551837"/>
            <a:ext cx="4604538"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IN" sz="20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Support for Animated GIF.</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Wi-Fi Support Hotspot functionality.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Speed improvements.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Upload file support in the browser.</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Support numeric and alphanumeric passwords.</a:t>
            </a: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47" name="Shape 247"/>
        <p:cNvGrpSpPr/>
        <p:nvPr/>
      </p:nvGrpSpPr>
      <p:grpSpPr>
        <a:xfrm>
          <a:off x="0" y="0"/>
          <a:ext cx="0" cy="0"/>
          <a:chOff x="0" y="0"/>
          <a:chExt cx="0" cy="0"/>
        </a:xfrm>
      </p:grpSpPr>
      <p:sp>
        <p:nvSpPr>
          <p:cNvPr id="248" name="Google Shape;248;p29"/>
          <p:cNvSpPr txBox="1"/>
          <p:nvPr>
            <p:ph type="title"/>
          </p:nvPr>
        </p:nvSpPr>
        <p:spPr>
          <a:xfrm>
            <a:off x="609600" y="274640"/>
            <a:ext cx="10972800" cy="1443323"/>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 2.3: Gingerbread</a:t>
            </a:r>
            <a:br>
              <a:rPr lang="en-IN" b="1"/>
            </a:br>
            <a:r>
              <a:rPr lang="en-IN" b="1"/>
              <a:t>December 6, 2010</a:t>
            </a:r>
            <a:endParaRPr lang="en-IN" b="1"/>
          </a:p>
        </p:txBody>
      </p:sp>
      <p:pic>
        <p:nvPicPr>
          <p:cNvPr id="249" name="Google Shape;249;p29"/>
          <p:cNvPicPr preferRelativeResize="0"/>
          <p:nvPr>
            <p:ph type="body" idx="1"/>
          </p:nvPr>
        </p:nvPicPr>
        <p:blipFill rotWithShape="1">
          <a:blip r:embed="rId1"/>
          <a:srcRect/>
          <a:stretch>
            <a:fillRect/>
          </a:stretch>
        </p:blipFill>
        <p:spPr>
          <a:xfrm>
            <a:off x="352194" y="1784928"/>
            <a:ext cx="5428558" cy="4525963"/>
          </a:xfrm>
          <a:prstGeom prst="rect">
            <a:avLst/>
          </a:prstGeom>
          <a:noFill/>
          <a:ln>
            <a:noFill/>
          </a:ln>
        </p:spPr>
      </p:pic>
      <p:sp>
        <p:nvSpPr>
          <p:cNvPr id="250" name="Google Shape;250;p29"/>
          <p:cNvSpPr/>
          <p:nvPr/>
        </p:nvSpPr>
        <p:spPr>
          <a:xfrm>
            <a:off x="6336150" y="2274850"/>
            <a:ext cx="5505000" cy="2554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IN" sz="20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Improve Copy-Paste Facility.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Updated UI design.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VP8 and WebM video format support.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Social Networking Supports.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Easy use of the keyboard.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Multiple camera support (usually known as a selfie camera nowadays).</a:t>
            </a: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sp>
        <p:nvSpPr>
          <p:cNvPr id="255" name="Google Shape;255;p30"/>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Android 3.0/3.1/3.2 – Honeycomb</a:t>
            </a:r>
            <a:br>
              <a:rPr lang="en-IN" b="1"/>
            </a:br>
            <a:endParaRPr lang="en-IN" b="1"/>
          </a:p>
        </p:txBody>
      </p:sp>
      <p:pic>
        <p:nvPicPr>
          <p:cNvPr id="256" name="Google Shape;256;p30"/>
          <p:cNvPicPr preferRelativeResize="0"/>
          <p:nvPr>
            <p:ph type="body" idx="1"/>
          </p:nvPr>
        </p:nvPicPr>
        <p:blipFill rotWithShape="1">
          <a:blip r:embed="rId1"/>
          <a:srcRect/>
          <a:stretch>
            <a:fillRect/>
          </a:stretch>
        </p:blipFill>
        <p:spPr>
          <a:xfrm>
            <a:off x="302705" y="1664854"/>
            <a:ext cx="5509061" cy="4525963"/>
          </a:xfrm>
          <a:prstGeom prst="rect">
            <a:avLst/>
          </a:prstGeom>
          <a:noFill/>
          <a:ln>
            <a:noFill/>
          </a:ln>
        </p:spPr>
      </p:pic>
      <p:sp>
        <p:nvSpPr>
          <p:cNvPr id="257" name="Google Shape;257;p30"/>
          <p:cNvSpPr/>
          <p:nvPr/>
        </p:nvSpPr>
        <p:spPr>
          <a:xfrm>
            <a:off x="6071701" y="1984600"/>
            <a:ext cx="6120300" cy="375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IN" sz="20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Gmail App improvements.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Updated 3D UI.</a:t>
            </a:r>
            <a:endPar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Supports multiprocessors and hardware</a:t>
            </a:r>
            <a:endParaRPr sz="2000" b="1">
              <a:solidFill>
                <a:srgbClr val="1F1F1F"/>
              </a:solidFill>
              <a:latin typeface="Mukta" panose="020B0000000000000000"/>
              <a:ea typeface="Mukta" panose="020B0000000000000000"/>
              <a:cs typeface="Mukta" panose="020B0000000000000000"/>
              <a:sym typeface="Mukta" panose="020B0000000000000000"/>
            </a:endParaRPr>
          </a:p>
          <a:p>
            <a:pPr marL="457200" marR="0" lvl="0" indent="0" algn="l" rtl="0">
              <a:lnSpc>
                <a:spcPct val="100000"/>
              </a:lnSpc>
              <a:spcBef>
                <a:spcPts val="0"/>
              </a:spcBef>
              <a:spcAft>
                <a:spcPts val="0"/>
              </a:spcAft>
              <a:buNone/>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acceleration for graphics.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Media Sync from SD Card.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Google eBooks.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Google Talk Video Chat.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Support Adobe Flash in Browser.</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High-performance Wi-Fi Connections and Lock.</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Chinese handwriting.</a:t>
            </a: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261" name="Shape 261"/>
        <p:cNvGrpSpPr/>
        <p:nvPr/>
      </p:nvGrpSpPr>
      <p:grpSpPr>
        <a:xfrm>
          <a:off x="0" y="0"/>
          <a:ext cx="0" cy="0"/>
          <a:chOff x="0" y="0"/>
          <a:chExt cx="0" cy="0"/>
        </a:xfrm>
      </p:grpSpPr>
      <p:sp>
        <p:nvSpPr>
          <p:cNvPr id="262" name="Google Shape;262;p31"/>
          <p:cNvSpPr txBox="1"/>
          <p:nvPr>
            <p:ph type="title"/>
          </p:nvPr>
        </p:nvSpPr>
        <p:spPr>
          <a:xfrm>
            <a:off x="609600" y="462516"/>
            <a:ext cx="10972800" cy="15357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 4.0: Ice Cream Sandwich</a:t>
            </a:r>
            <a:br>
              <a:rPr lang="en-IN" b="1"/>
            </a:br>
            <a:r>
              <a:rPr lang="en-IN" b="1"/>
              <a:t>October 19, 2011</a:t>
            </a:r>
            <a:endParaRPr lang="en-IN" b="1"/>
          </a:p>
        </p:txBody>
      </p:sp>
      <p:pic>
        <p:nvPicPr>
          <p:cNvPr id="263" name="Google Shape;263;p31"/>
          <p:cNvPicPr preferRelativeResize="0"/>
          <p:nvPr>
            <p:ph type="body" idx="1"/>
          </p:nvPr>
        </p:nvPicPr>
        <p:blipFill rotWithShape="1">
          <a:blip r:embed="rId1"/>
          <a:srcRect/>
          <a:stretch>
            <a:fillRect/>
          </a:stretch>
        </p:blipFill>
        <p:spPr>
          <a:xfrm>
            <a:off x="322512" y="2062718"/>
            <a:ext cx="5556300" cy="4526100"/>
          </a:xfrm>
          <a:prstGeom prst="rect">
            <a:avLst/>
          </a:prstGeom>
          <a:noFill/>
          <a:ln>
            <a:noFill/>
          </a:ln>
        </p:spPr>
      </p:pic>
      <p:sp>
        <p:nvSpPr>
          <p:cNvPr id="264" name="Google Shape;264;p31"/>
          <p:cNvSpPr/>
          <p:nvPr/>
        </p:nvSpPr>
        <p:spPr>
          <a:xfrm>
            <a:off x="6191525" y="2705625"/>
            <a:ext cx="5898000" cy="3240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IN" sz="20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Improved text input and spelling check.</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Wi-Fi direct (Sharing information using NFC).</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Photo Decor facility.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Improved keyboard correction.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Unlocking with face-fixing.</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Improved video recording resolution.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Camera performance.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Up to 16 tabs in the web browser.</a:t>
            </a: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268" name="Shape 268"/>
        <p:cNvGrpSpPr/>
        <p:nvPr/>
      </p:nvGrpSpPr>
      <p:grpSpPr>
        <a:xfrm>
          <a:off x="0" y="0"/>
          <a:ext cx="0" cy="0"/>
          <a:chOff x="0" y="0"/>
          <a:chExt cx="0" cy="0"/>
        </a:xfrm>
      </p:grpSpPr>
      <p:sp>
        <p:nvSpPr>
          <p:cNvPr id="269" name="Google Shape;269;p32"/>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versions 4.1 to 4.3: Jelly Bean</a:t>
            </a:r>
            <a:endParaRPr lang="en-IN" b="1"/>
          </a:p>
        </p:txBody>
      </p:sp>
      <p:pic>
        <p:nvPicPr>
          <p:cNvPr id="270" name="Google Shape;270;p32"/>
          <p:cNvPicPr preferRelativeResize="0"/>
          <p:nvPr>
            <p:ph type="body" idx="1"/>
          </p:nvPr>
        </p:nvPicPr>
        <p:blipFill rotWithShape="1">
          <a:blip r:embed="rId1"/>
          <a:srcRect/>
          <a:stretch>
            <a:fillRect/>
          </a:stretch>
        </p:blipFill>
        <p:spPr>
          <a:xfrm>
            <a:off x="175375" y="1604400"/>
            <a:ext cx="5401800" cy="4850100"/>
          </a:xfrm>
          <a:prstGeom prst="rect">
            <a:avLst/>
          </a:prstGeom>
          <a:noFill/>
          <a:ln>
            <a:noFill/>
          </a:ln>
        </p:spPr>
      </p:pic>
      <p:sp>
        <p:nvSpPr>
          <p:cNvPr id="271" name="Google Shape;271;p32"/>
          <p:cNvSpPr/>
          <p:nvPr/>
        </p:nvSpPr>
        <p:spPr>
          <a:xfrm>
            <a:off x="5736000" y="1417638"/>
            <a:ext cx="6456000" cy="5293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IN" sz="20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Voice search.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Panorama.</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Daydream as a screensaver.</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Power control.</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Improve camera application.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Security enhancement.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Voice typing.</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Multiple user accounts on tablets only.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4k resolution support.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Supporting Bluetooth Low Energy.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Bi-directional text and other language support.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Support USB audio.</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Set the volume of incoming calls and show a</a:t>
            </a:r>
            <a:endParaRPr sz="2000" b="1">
              <a:solidFill>
                <a:srgbClr val="1F1F1F"/>
              </a:solidFill>
              <a:latin typeface="Mukta" panose="020B0000000000000000"/>
              <a:ea typeface="Mukta" panose="020B0000000000000000"/>
              <a:cs typeface="Mukta" panose="020B0000000000000000"/>
              <a:sym typeface="Mukta" panose="020B0000000000000000"/>
            </a:endParaRPr>
          </a:p>
          <a:p>
            <a:pPr marL="457200" marR="0" lvl="0" indent="0" algn="l" rtl="0">
              <a:lnSpc>
                <a:spcPct val="100000"/>
              </a:lnSpc>
              <a:spcBef>
                <a:spcPts val="0"/>
              </a:spcBef>
              <a:spcAft>
                <a:spcPts val="0"/>
              </a:spcAft>
              <a:buNone/>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message alert.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Native emoji support.</a:t>
            </a: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275" name="Shape 275"/>
        <p:cNvGrpSpPr/>
        <p:nvPr/>
      </p:nvGrpSpPr>
      <p:grpSpPr>
        <a:xfrm>
          <a:off x="0" y="0"/>
          <a:ext cx="0" cy="0"/>
          <a:chOff x="0" y="0"/>
          <a:chExt cx="0" cy="0"/>
        </a:xfrm>
      </p:grpSpPr>
      <p:sp>
        <p:nvSpPr>
          <p:cNvPr id="276" name="Google Shape;276;p33"/>
          <p:cNvSpPr txBox="1"/>
          <p:nvPr>
            <p:ph type="title"/>
          </p:nvPr>
        </p:nvSpPr>
        <p:spPr>
          <a:xfrm>
            <a:off x="609600" y="462515"/>
            <a:ext cx="10972800" cy="14919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 4.4: KitKat</a:t>
            </a:r>
            <a:br>
              <a:rPr lang="en-IN" b="1"/>
            </a:br>
            <a:r>
              <a:rPr lang="en-IN" b="1"/>
              <a:t>September 3, 2013. </a:t>
            </a:r>
            <a:endParaRPr lang="en-IN" b="1"/>
          </a:p>
        </p:txBody>
      </p:sp>
      <p:pic>
        <p:nvPicPr>
          <p:cNvPr id="277" name="Google Shape;277;p33"/>
          <p:cNvPicPr preferRelativeResize="0"/>
          <p:nvPr>
            <p:ph type="body" idx="1"/>
          </p:nvPr>
        </p:nvPicPr>
        <p:blipFill rotWithShape="1">
          <a:blip r:embed="rId1"/>
          <a:srcRect/>
          <a:stretch>
            <a:fillRect/>
          </a:stretch>
        </p:blipFill>
        <p:spPr>
          <a:xfrm>
            <a:off x="291316" y="2063929"/>
            <a:ext cx="5274000" cy="4526100"/>
          </a:xfrm>
          <a:prstGeom prst="rect">
            <a:avLst/>
          </a:prstGeom>
          <a:noFill/>
          <a:ln>
            <a:noFill/>
          </a:ln>
        </p:spPr>
      </p:pic>
      <p:sp>
        <p:nvSpPr>
          <p:cNvPr id="278" name="Google Shape;278;p33"/>
          <p:cNvSpPr/>
          <p:nvPr/>
        </p:nvSpPr>
        <p:spPr>
          <a:xfrm>
            <a:off x="5803200" y="2063925"/>
            <a:ext cx="6177900" cy="422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IN" sz="20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Screen Recording.</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KitKat adds a feature in ‘Google now’. Its name is</a:t>
            </a:r>
            <a:endParaRPr sz="2000" b="1">
              <a:solidFill>
                <a:srgbClr val="1F1F1F"/>
              </a:solidFill>
              <a:latin typeface="Mukta" panose="020B0000000000000000"/>
              <a:ea typeface="Mukta" panose="020B0000000000000000"/>
              <a:cs typeface="Mukta" panose="020B0000000000000000"/>
              <a:sym typeface="Mukta" panose="020B0000000000000000"/>
            </a:endParaRPr>
          </a:p>
          <a:p>
            <a:pPr marL="457200" marR="0" lvl="0" indent="0" algn="l" rtl="0">
              <a:lnSpc>
                <a:spcPct val="100000"/>
              </a:lnSpc>
              <a:spcBef>
                <a:spcPts val="0"/>
              </a:spcBef>
              <a:spcAft>
                <a:spcPts val="0"/>
              </a:spcAft>
              <a:buNone/>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‘OK Google’. </a:t>
            </a:r>
            <a:endParaRPr sz="2000" b="1">
              <a:solidFill>
                <a:srgbClr val="1F1F1F"/>
              </a:solidFill>
              <a:latin typeface="Mukta" panose="020B0000000000000000"/>
              <a:ea typeface="Mukta" panose="020B0000000000000000"/>
              <a:cs typeface="Mukta" panose="020B0000000000000000"/>
              <a:sym typeface="Mukta" panose="020B0000000000000000"/>
            </a:endParaRPr>
          </a:p>
          <a:p>
            <a:pPr marL="360045" marR="0" lvl="0" indent="-355600" algn="l" rtl="0">
              <a:lnSpc>
                <a:spcPct val="100000"/>
              </a:lnSpc>
              <a:spcBef>
                <a:spcPts val="0"/>
              </a:spcBef>
              <a:spcAft>
                <a:spcPts val="0"/>
              </a:spcAft>
              <a:buClr>
                <a:srgbClr val="1F1F1F"/>
              </a:buClr>
              <a:buSzPts val="2000"/>
              <a:buFont typeface="Mukta" panose="020B0000000000000000"/>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“OK, Google” allows access to Google to the users without touching your mobile phone.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GPS Support.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Offline music support.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UI updates for google map navigation and alarm.</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Introduction of ‘Emoji’ to the google keyboard.</a:t>
            </a: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282" name="Shape 282"/>
        <p:cNvGrpSpPr/>
        <p:nvPr/>
      </p:nvGrpSpPr>
      <p:grpSpPr>
        <a:xfrm>
          <a:off x="0" y="0"/>
          <a:ext cx="0" cy="0"/>
          <a:chOff x="0" y="0"/>
          <a:chExt cx="0" cy="0"/>
        </a:xfrm>
      </p:grpSpPr>
      <p:sp>
        <p:nvSpPr>
          <p:cNvPr id="283" name="Google Shape;283;p34"/>
          <p:cNvSpPr txBox="1"/>
          <p:nvPr>
            <p:ph type="title"/>
          </p:nvPr>
        </p:nvSpPr>
        <p:spPr>
          <a:xfrm>
            <a:off x="609600" y="274640"/>
            <a:ext cx="10972800" cy="1609577"/>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versions 5.0 and 5.1: Lollipop</a:t>
            </a:r>
            <a:br>
              <a:rPr lang="en-IN" b="1"/>
            </a:br>
            <a:r>
              <a:rPr lang="en-IN" b="1"/>
              <a:t>November 12, 2014</a:t>
            </a:r>
            <a:endParaRPr lang="en-IN" b="1"/>
          </a:p>
        </p:txBody>
      </p:sp>
      <p:pic>
        <p:nvPicPr>
          <p:cNvPr id="284" name="Google Shape;284;p34"/>
          <p:cNvPicPr preferRelativeResize="0"/>
          <p:nvPr>
            <p:ph type="body" idx="1"/>
          </p:nvPr>
        </p:nvPicPr>
        <p:blipFill rotWithShape="1">
          <a:blip r:embed="rId1"/>
          <a:srcRect/>
          <a:stretch>
            <a:fillRect/>
          </a:stretch>
        </p:blipFill>
        <p:spPr>
          <a:xfrm>
            <a:off x="520267" y="1991808"/>
            <a:ext cx="6200775" cy="3724275"/>
          </a:xfrm>
          <a:prstGeom prst="rect">
            <a:avLst/>
          </a:prstGeom>
          <a:noFill/>
          <a:ln>
            <a:noFill/>
          </a:ln>
        </p:spPr>
      </p:pic>
      <p:sp>
        <p:nvSpPr>
          <p:cNvPr id="285" name="Google Shape;285;p34"/>
          <p:cNvSpPr/>
          <p:nvPr/>
        </p:nvSpPr>
        <p:spPr>
          <a:xfrm>
            <a:off x="6844143" y="2274838"/>
            <a:ext cx="4608947" cy="25545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IN" sz="20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Support ART( Android Runtime).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Improvement in UI.</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New material design.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Notifications on the Lock screen.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Revamped navigation bar.</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Multiple sim card support.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High definition voice call.</a:t>
            </a: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289" name="Shape 289"/>
        <p:cNvGrpSpPr/>
        <p:nvPr/>
      </p:nvGrpSpPr>
      <p:grpSpPr>
        <a:xfrm>
          <a:off x="0" y="0"/>
          <a:ext cx="0" cy="0"/>
          <a:chOff x="0" y="0"/>
          <a:chExt cx="0" cy="0"/>
        </a:xfrm>
      </p:grpSpPr>
      <p:sp>
        <p:nvSpPr>
          <p:cNvPr id="290" name="Google Shape;290;p35"/>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 6.0: Marshmallow</a:t>
            </a:r>
            <a:endParaRPr lang="en-IN" b="1"/>
          </a:p>
        </p:txBody>
      </p:sp>
      <p:pic>
        <p:nvPicPr>
          <p:cNvPr id="291" name="Google Shape;291;p35"/>
          <p:cNvPicPr preferRelativeResize="0"/>
          <p:nvPr>
            <p:ph type="body" idx="1"/>
          </p:nvPr>
        </p:nvPicPr>
        <p:blipFill rotWithShape="1">
          <a:blip r:embed="rId1"/>
          <a:srcRect/>
          <a:stretch>
            <a:fillRect/>
          </a:stretch>
        </p:blipFill>
        <p:spPr>
          <a:xfrm>
            <a:off x="350521" y="1775691"/>
            <a:ext cx="7630157" cy="4525963"/>
          </a:xfrm>
          <a:prstGeom prst="rect">
            <a:avLst/>
          </a:prstGeom>
          <a:noFill/>
          <a:ln>
            <a:noFill/>
          </a:ln>
        </p:spPr>
      </p:pic>
      <p:sp>
        <p:nvSpPr>
          <p:cNvPr id="292" name="Google Shape;292;p35"/>
          <p:cNvSpPr/>
          <p:nvPr/>
        </p:nvSpPr>
        <p:spPr>
          <a:xfrm>
            <a:off x="8192654" y="2041236"/>
            <a:ext cx="3565237" cy="3477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IN" sz="20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Fingerprint authentication to unlock the screen.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USB Type C support.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Multi-window experiments (user can use two different apps in one screen).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Save battery-’Sleep Mode’.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App permission model-OPT(send a request for permission).</a:t>
            </a: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296" name="Shape 296"/>
        <p:cNvGrpSpPr/>
        <p:nvPr/>
      </p:nvGrpSpPr>
      <p:grpSpPr>
        <a:xfrm>
          <a:off x="0" y="0"/>
          <a:ext cx="0" cy="0"/>
          <a:chOff x="0" y="0"/>
          <a:chExt cx="0" cy="0"/>
        </a:xfrm>
      </p:grpSpPr>
      <p:sp>
        <p:nvSpPr>
          <p:cNvPr id="297" name="Google Shape;297;p36"/>
          <p:cNvSpPr txBox="1"/>
          <p:nvPr>
            <p:ph type="title"/>
          </p:nvPr>
        </p:nvSpPr>
        <p:spPr>
          <a:xfrm>
            <a:off x="609600" y="274641"/>
            <a:ext cx="10972800" cy="1517214"/>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versions 7.0 and 7.1: Nougat</a:t>
            </a:r>
            <a:br>
              <a:rPr lang="en-IN" b="1"/>
            </a:br>
            <a:r>
              <a:rPr lang="en-IN" b="1"/>
              <a:t>March 2016</a:t>
            </a:r>
            <a:endParaRPr lang="en-IN" b="1"/>
          </a:p>
        </p:txBody>
      </p:sp>
      <p:pic>
        <p:nvPicPr>
          <p:cNvPr id="298" name="Google Shape;298;p36"/>
          <p:cNvPicPr preferRelativeResize="0"/>
          <p:nvPr>
            <p:ph type="body" idx="1"/>
          </p:nvPr>
        </p:nvPicPr>
        <p:blipFill rotWithShape="1">
          <a:blip r:embed="rId1"/>
          <a:srcRect/>
          <a:stretch>
            <a:fillRect/>
          </a:stretch>
        </p:blipFill>
        <p:spPr>
          <a:xfrm>
            <a:off x="197571" y="1692564"/>
            <a:ext cx="7566601" cy="4525963"/>
          </a:xfrm>
          <a:prstGeom prst="rect">
            <a:avLst/>
          </a:prstGeom>
          <a:noFill/>
          <a:ln>
            <a:noFill/>
          </a:ln>
        </p:spPr>
      </p:pic>
      <p:sp>
        <p:nvSpPr>
          <p:cNvPr id="299" name="Google Shape;299;p36"/>
          <p:cNvSpPr/>
          <p:nvPr/>
        </p:nvSpPr>
        <p:spPr>
          <a:xfrm>
            <a:off x="7878618" y="1496292"/>
            <a:ext cx="3962400" cy="31700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IN" sz="20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Provide multitasking.</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Inline reply to messages and notifications so you won’t have to open up your Messenger application for quick replies.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Providing multi-window mode.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Improvements in storage manager.</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Display touch improvement.</a:t>
            </a: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303" name="Shape 303"/>
        <p:cNvGrpSpPr/>
        <p:nvPr/>
      </p:nvGrpSpPr>
      <p:grpSpPr>
        <a:xfrm>
          <a:off x="0" y="0"/>
          <a:ext cx="0" cy="0"/>
          <a:chOff x="0" y="0"/>
          <a:chExt cx="0" cy="0"/>
        </a:xfrm>
      </p:grpSpPr>
      <p:sp>
        <p:nvSpPr>
          <p:cNvPr id="304" name="Google Shape;304;p37"/>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Android version 8.0 and 8.1: Oreo</a:t>
            </a:r>
            <a:br>
              <a:rPr lang="en-IN" b="1"/>
            </a:br>
            <a:endParaRPr lang="en-IN" b="1"/>
          </a:p>
        </p:txBody>
      </p:sp>
      <p:pic>
        <p:nvPicPr>
          <p:cNvPr id="305" name="Google Shape;305;p37"/>
          <p:cNvPicPr preferRelativeResize="0"/>
          <p:nvPr>
            <p:ph type="body" idx="1"/>
          </p:nvPr>
        </p:nvPicPr>
        <p:blipFill rotWithShape="1">
          <a:blip r:embed="rId1"/>
          <a:srcRect/>
          <a:stretch>
            <a:fillRect/>
          </a:stretch>
        </p:blipFill>
        <p:spPr>
          <a:xfrm>
            <a:off x="262611" y="1683327"/>
            <a:ext cx="5275213" cy="4525963"/>
          </a:xfrm>
          <a:prstGeom prst="rect">
            <a:avLst/>
          </a:prstGeom>
          <a:noFill/>
          <a:ln>
            <a:noFill/>
          </a:ln>
        </p:spPr>
      </p:pic>
      <p:sp>
        <p:nvSpPr>
          <p:cNvPr id="306" name="Google Shape;306;p37"/>
          <p:cNvSpPr/>
          <p:nvPr/>
        </p:nvSpPr>
        <p:spPr>
          <a:xfrm>
            <a:off x="5948218" y="2607301"/>
            <a:ext cx="6096000"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IN" sz="20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Support PIP(Picture-in-Picture).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Multi-display support.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Google Play support.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Adaptive icons.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Revamped notification section(Users can set which notifications you want to show).</a:t>
            </a: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310" name="Shape 310"/>
        <p:cNvGrpSpPr/>
        <p:nvPr/>
      </p:nvGrpSpPr>
      <p:grpSpPr>
        <a:xfrm>
          <a:off x="0" y="0"/>
          <a:ext cx="0" cy="0"/>
          <a:chOff x="0" y="0"/>
          <a:chExt cx="0" cy="0"/>
        </a:xfrm>
      </p:grpSpPr>
      <p:sp>
        <p:nvSpPr>
          <p:cNvPr id="311" name="Google Shape;311;p38"/>
          <p:cNvSpPr txBox="1"/>
          <p:nvPr>
            <p:ph type="title"/>
          </p:nvPr>
        </p:nvSpPr>
        <p:spPr>
          <a:xfrm>
            <a:off x="609600" y="274641"/>
            <a:ext cx="10972800" cy="147103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 9: Pie</a:t>
            </a:r>
            <a:br>
              <a:rPr lang="en-IN" b="1"/>
            </a:br>
            <a:r>
              <a:rPr lang="en-IN" b="1"/>
              <a:t>August 2018.</a:t>
            </a:r>
            <a:endParaRPr lang="en-IN" b="1"/>
          </a:p>
        </p:txBody>
      </p:sp>
      <p:pic>
        <p:nvPicPr>
          <p:cNvPr id="312" name="Google Shape;312;p38"/>
          <p:cNvPicPr preferRelativeResize="0"/>
          <p:nvPr>
            <p:ph type="body" idx="1"/>
          </p:nvPr>
        </p:nvPicPr>
        <p:blipFill rotWithShape="1">
          <a:blip r:embed="rId1"/>
          <a:srcRect/>
          <a:stretch>
            <a:fillRect/>
          </a:stretch>
        </p:blipFill>
        <p:spPr>
          <a:xfrm>
            <a:off x="370753" y="1922535"/>
            <a:ext cx="5095875" cy="3419475"/>
          </a:xfrm>
          <a:prstGeom prst="rect">
            <a:avLst/>
          </a:prstGeom>
          <a:noFill/>
          <a:ln>
            <a:noFill/>
          </a:ln>
        </p:spPr>
      </p:pic>
      <p:sp>
        <p:nvSpPr>
          <p:cNvPr id="313" name="Google Shape;313;p38"/>
          <p:cNvSpPr/>
          <p:nvPr/>
        </p:nvSpPr>
        <p:spPr>
          <a:xfrm>
            <a:off x="5809672" y="1305342"/>
            <a:ext cx="4895273" cy="53245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a:p>
            <a:pPr marL="0" marR="0" lvl="0" indent="0" algn="l" rtl="0">
              <a:lnSpc>
                <a:spcPct val="100000"/>
              </a:lnSpc>
              <a:spcBef>
                <a:spcPts val="0"/>
              </a:spcBef>
              <a:spcAft>
                <a:spcPts val="0"/>
              </a:spcAft>
              <a:buClr>
                <a:srgbClr val="000000"/>
              </a:buClr>
              <a:buSzPts val="2000"/>
              <a:buFont typeface="Arial" panose="020B0604020202020204"/>
              <a:buNone/>
            </a:pPr>
            <a:r>
              <a:rPr lang="en-IN" sz="20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New Gesture Navigation.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Artificial intelligence (AI) Compatible.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Adaptive Battery and Brightness.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App Actions.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New Screenshot Shortcuts.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Easier Screen Rotation.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Volume and Sound Improvement.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Selectable Dark Mode.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Slices.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Improved Security 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Digital Wellbeing.</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New Accessibility Menu.</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Easier Text Selection.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More Notification Information.</a:t>
            </a: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317" name="Shape 317"/>
        <p:cNvGrpSpPr/>
        <p:nvPr/>
      </p:nvGrpSpPr>
      <p:grpSpPr>
        <a:xfrm>
          <a:off x="0" y="0"/>
          <a:ext cx="0" cy="0"/>
          <a:chOff x="0" y="0"/>
          <a:chExt cx="0" cy="0"/>
        </a:xfrm>
      </p:grpSpPr>
      <p:sp>
        <p:nvSpPr>
          <p:cNvPr id="318" name="Google Shape;318;p39"/>
          <p:cNvSpPr txBox="1"/>
          <p:nvPr>
            <p:ph type="title"/>
          </p:nvPr>
        </p:nvSpPr>
        <p:spPr>
          <a:xfrm>
            <a:off x="609600" y="350916"/>
            <a:ext cx="10972800" cy="1434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 10: Android Q</a:t>
            </a:r>
            <a:br>
              <a:rPr lang="en-IN" b="1"/>
            </a:br>
            <a:r>
              <a:rPr lang="en-IN" b="1"/>
              <a:t>September 3, 2019</a:t>
            </a:r>
            <a:endParaRPr lang="en-IN" b="1"/>
          </a:p>
        </p:txBody>
      </p:sp>
      <p:pic>
        <p:nvPicPr>
          <p:cNvPr id="319" name="Google Shape;319;p39"/>
          <p:cNvPicPr preferRelativeResize="0"/>
          <p:nvPr>
            <p:ph type="body" idx="1"/>
          </p:nvPr>
        </p:nvPicPr>
        <p:blipFill rotWithShape="1">
          <a:blip r:embed="rId1"/>
          <a:srcRect/>
          <a:stretch>
            <a:fillRect/>
          </a:stretch>
        </p:blipFill>
        <p:spPr>
          <a:xfrm>
            <a:off x="304398" y="1784927"/>
            <a:ext cx="5357895" cy="4525963"/>
          </a:xfrm>
          <a:prstGeom prst="rect">
            <a:avLst/>
          </a:prstGeom>
          <a:noFill/>
          <a:ln>
            <a:noFill/>
          </a:ln>
        </p:spPr>
      </p:pic>
      <p:sp>
        <p:nvSpPr>
          <p:cNvPr id="320" name="Google Shape;320;p39"/>
          <p:cNvSpPr/>
          <p:nvPr/>
        </p:nvSpPr>
        <p:spPr>
          <a:xfrm>
            <a:off x="6011223" y="2406764"/>
            <a:ext cx="5951100" cy="3282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IN" sz="2000" b="1" i="0" u="none" strike="noStrike" cap="none">
                <a:solidFill>
                  <a:srgbClr val="FF0000"/>
                </a:solidFill>
                <a:latin typeface="Mukta" panose="020B0000000000000000"/>
                <a:ea typeface="Mukta" panose="020B0000000000000000"/>
                <a:cs typeface="Mukta" panose="020B0000000000000000"/>
                <a:sym typeface="Mukta" panose="020B0000000000000000"/>
              </a:rPr>
              <a:t>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Support for the upcoming foldable</a:t>
            </a:r>
            <a:endParaRPr sz="2000" b="1">
              <a:solidFill>
                <a:srgbClr val="1F1F1F"/>
              </a:solidFill>
              <a:latin typeface="Mukta" panose="020B0000000000000000"/>
              <a:ea typeface="Mukta" panose="020B0000000000000000"/>
              <a:cs typeface="Mukta" panose="020B0000000000000000"/>
              <a:sym typeface="Mukta" panose="020B0000000000000000"/>
            </a:endParaRPr>
          </a:p>
          <a:p>
            <a:pPr marL="457200" marR="0" lvl="0" indent="0" algn="l" rtl="0">
              <a:lnSpc>
                <a:spcPct val="100000"/>
              </a:lnSpc>
              <a:spcBef>
                <a:spcPts val="0"/>
              </a:spcBef>
              <a:spcAft>
                <a:spcPts val="0"/>
              </a:spcAft>
              <a:buNone/>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smartphones with flexible displays which is an upcoming rush.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System-wide dark mode.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Navigation control over gesture.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Smart reply for all messaging apps.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Support for Live caption.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1F1F1F"/>
              </a:buClr>
              <a:buSzPts val="2000"/>
              <a:buFont typeface="Arial" panose="020B0604020202020204"/>
              <a:buChar char="•"/>
            </a:pPr>
            <a:r>
              <a:rPr lang="en-IN" sz="2000" b="1" i="0" u="none" strike="noStrike" cap="none">
                <a:solidFill>
                  <a:srgbClr val="1F1F1F"/>
                </a:solidFill>
                <a:latin typeface="Mukta" panose="020B0000000000000000"/>
                <a:ea typeface="Mukta" panose="020B0000000000000000"/>
                <a:cs typeface="Mukta" panose="020B0000000000000000"/>
                <a:sym typeface="Mukta" panose="020B0000000000000000"/>
              </a:rPr>
              <a:t>Better notification control.</a:t>
            </a:r>
            <a:endParaRPr sz="2000" b="1" i="0" u="none" strike="noStrike" cap="none">
              <a:solidFill>
                <a:srgbClr val="1F1F1F"/>
              </a:solidFill>
              <a:latin typeface="Mukta" panose="020B0000000000000000"/>
              <a:ea typeface="Mukta" panose="020B0000000000000000"/>
              <a:cs typeface="Mukta" panose="020B0000000000000000"/>
              <a:sym typeface="Mukta" panose="020B000000000000000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324" name="Shape 324"/>
        <p:cNvGrpSpPr/>
        <p:nvPr/>
      </p:nvGrpSpPr>
      <p:grpSpPr>
        <a:xfrm>
          <a:off x="0" y="0"/>
          <a:ext cx="0" cy="0"/>
          <a:chOff x="0" y="0"/>
          <a:chExt cx="0" cy="0"/>
        </a:xfrm>
      </p:grpSpPr>
      <p:sp>
        <p:nvSpPr>
          <p:cNvPr id="325" name="Google Shape;325;p40"/>
          <p:cNvSpPr txBox="1"/>
          <p:nvPr>
            <p:ph type="title"/>
          </p:nvPr>
        </p:nvSpPr>
        <p:spPr>
          <a:xfrm>
            <a:off x="609600" y="380466"/>
            <a:ext cx="10972800" cy="1480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version 11 (Developer Preview)</a:t>
            </a:r>
            <a:br>
              <a:rPr lang="en-IN" b="1"/>
            </a:br>
            <a:r>
              <a:rPr lang="en-IN" b="1"/>
              <a:t>preview on February 19 of year 2021.</a:t>
            </a:r>
            <a:endParaRPr b="1"/>
          </a:p>
        </p:txBody>
      </p:sp>
      <p:sp>
        <p:nvSpPr>
          <p:cNvPr id="326" name="Google Shape;326;p40"/>
          <p:cNvSpPr txBox="1"/>
          <p:nvPr>
            <p:ph type="body" idx="1"/>
          </p:nvPr>
        </p:nvSpPr>
        <p:spPr>
          <a:xfrm>
            <a:off x="609600" y="1966584"/>
            <a:ext cx="10972800" cy="4371300"/>
          </a:xfrm>
          <a:prstGeom prst="rect">
            <a:avLst/>
          </a:prstGeom>
          <a:noFill/>
          <a:ln>
            <a:noFill/>
          </a:ln>
        </p:spPr>
        <p:txBody>
          <a:bodyPr spcFirstLastPara="1" wrap="square" lIns="91425" tIns="45700" rIns="91425" bIns="45700" anchor="t" anchorCtr="0">
            <a:normAutofit lnSpcReduction="20000"/>
          </a:bodyPr>
          <a:lstStyle/>
          <a:p>
            <a:pPr marL="342900" lvl="0" indent="-342900" algn="l" rtl="0">
              <a:lnSpc>
                <a:spcPct val="100000"/>
              </a:lnSpc>
              <a:spcBef>
                <a:spcPts val="0"/>
              </a:spcBef>
              <a:spcAft>
                <a:spcPts val="0"/>
              </a:spcAft>
              <a:buClr>
                <a:schemeClr val="dk1"/>
              </a:buClr>
              <a:buSzPts val="3200"/>
              <a:buChar char="•"/>
            </a:pPr>
            <a:r>
              <a:rPr lang="en-IN" b="1"/>
              <a:t>Features (announced)</a:t>
            </a:r>
            <a:r>
              <a:rPr lang="en-IN"/>
              <a:t>:</a:t>
            </a:r>
            <a:endParaRPr lang="en-IN"/>
          </a:p>
          <a:p>
            <a:pPr marL="742950" lvl="1" indent="-285750" algn="l" rtl="0">
              <a:lnSpc>
                <a:spcPct val="100000"/>
              </a:lnSpc>
              <a:spcBef>
                <a:spcPts val="560"/>
              </a:spcBef>
              <a:spcAft>
                <a:spcPts val="0"/>
              </a:spcAft>
              <a:buClr>
                <a:schemeClr val="dk1"/>
              </a:buClr>
              <a:buSzPts val="2800"/>
              <a:buChar char="–"/>
            </a:pPr>
            <a:r>
              <a:rPr lang="en-IN" b="1"/>
              <a:t>New Support for 5G.</a:t>
            </a:r>
            <a:endParaRPr lang="en-IN" b="1"/>
          </a:p>
          <a:p>
            <a:pPr marL="742950" lvl="1" indent="-285750" algn="l" rtl="0">
              <a:lnSpc>
                <a:spcPct val="100000"/>
              </a:lnSpc>
              <a:spcBef>
                <a:spcPts val="560"/>
              </a:spcBef>
              <a:spcAft>
                <a:spcPts val="0"/>
              </a:spcAft>
              <a:buClr>
                <a:schemeClr val="dk1"/>
              </a:buClr>
              <a:buSzPts val="2800"/>
              <a:buChar char="–"/>
            </a:pPr>
            <a:r>
              <a:rPr lang="en-IN" b="1"/>
              <a:t>Privacy and Security; A new privacy choice for apps is the “Only This Time” option when you’re allowing the app access to your location, microphone, or camera.</a:t>
            </a:r>
            <a:endParaRPr lang="en-IN" b="1"/>
          </a:p>
          <a:p>
            <a:pPr marL="742950" lvl="1" indent="-285750" algn="l" rtl="0">
              <a:lnSpc>
                <a:spcPct val="100000"/>
              </a:lnSpc>
              <a:spcBef>
                <a:spcPts val="560"/>
              </a:spcBef>
              <a:spcAft>
                <a:spcPts val="0"/>
              </a:spcAft>
              <a:buClr>
                <a:schemeClr val="dk1"/>
              </a:buClr>
              <a:buSzPts val="2800"/>
              <a:buChar char="–"/>
            </a:pPr>
            <a:r>
              <a:rPr lang="en-IN" b="1"/>
              <a:t>Support new screen types (pinhole and waterfall).</a:t>
            </a:r>
            <a:endParaRPr lang="en-IN" b="1"/>
          </a:p>
          <a:p>
            <a:pPr marL="742950" lvl="1" indent="-285750" algn="l" rtl="0">
              <a:lnSpc>
                <a:spcPct val="100000"/>
              </a:lnSpc>
              <a:spcBef>
                <a:spcPts val="560"/>
              </a:spcBef>
              <a:spcAft>
                <a:spcPts val="0"/>
              </a:spcAft>
              <a:buClr>
                <a:schemeClr val="dk1"/>
              </a:buClr>
              <a:buSzPts val="2800"/>
              <a:buChar char="–"/>
            </a:pPr>
            <a:r>
              <a:rPr lang="en-IN" b="1"/>
              <a:t>Low Latency Options; adds low latency support in new MediaCodec APIs and HDMI which is very useful for use on external displays and TVs.</a:t>
            </a:r>
            <a:endParaRPr lang="en-IN" b="1"/>
          </a:p>
          <a:p>
            <a:pPr marL="342900" lvl="0" indent="-139700" algn="l" rtl="0">
              <a:lnSpc>
                <a:spcPct val="100000"/>
              </a:lnSpc>
              <a:spcBef>
                <a:spcPts val="640"/>
              </a:spcBef>
              <a:spcAft>
                <a:spcPts val="0"/>
              </a:spcAft>
              <a:buClr>
                <a:schemeClr val="dk1"/>
              </a:buClr>
              <a:buSzPts val="3200"/>
              <a:buNone/>
            </a:p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331" name="Shape 331"/>
        <p:cNvGrpSpPr/>
        <p:nvPr/>
      </p:nvGrpSpPr>
      <p:grpSpPr>
        <a:xfrm>
          <a:off x="0" y="0"/>
          <a:ext cx="0" cy="0"/>
          <a:chOff x="0" y="0"/>
          <a:chExt cx="0" cy="0"/>
        </a:xfrm>
      </p:grpSpPr>
      <p:sp>
        <p:nvSpPr>
          <p:cNvPr id="332" name="Google Shape;332;g2e6fba7aa36_0_0"/>
          <p:cNvSpPr txBox="1"/>
          <p:nvPr>
            <p:ph type="title"/>
          </p:nvPr>
        </p:nvSpPr>
        <p:spPr>
          <a:xfrm>
            <a:off x="609600" y="502566"/>
            <a:ext cx="109728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IN" b="1"/>
              <a:t>Android version summary</a:t>
            </a:r>
            <a:endParaRPr b="1"/>
          </a:p>
          <a:p>
            <a:pPr marL="0" lvl="0" indent="0" algn="ctr" rtl="0">
              <a:lnSpc>
                <a:spcPct val="100000"/>
              </a:lnSpc>
              <a:spcBef>
                <a:spcPts val="0"/>
              </a:spcBef>
              <a:spcAft>
                <a:spcPts val="0"/>
              </a:spcAft>
              <a:buClr>
                <a:schemeClr val="dk1"/>
              </a:buClr>
              <a:buSzPts val="990"/>
              <a:buFont typeface="Calibri" panose="020F0502020204030204"/>
              <a:buNone/>
            </a:pPr>
            <a:r>
              <a:rPr lang="en-IN" b="1"/>
              <a:t>After version 10</a:t>
            </a:r>
            <a:endParaRPr b="1"/>
          </a:p>
        </p:txBody>
      </p:sp>
      <p:pic>
        <p:nvPicPr>
          <p:cNvPr id="333" name="Google Shape;333;g2e6fba7aa36_0_0"/>
          <p:cNvPicPr preferRelativeResize="0"/>
          <p:nvPr/>
        </p:nvPicPr>
        <p:blipFill rotWithShape="1">
          <a:blip r:embed="rId1"/>
          <a:srcRect/>
          <a:stretch>
            <a:fillRect/>
          </a:stretch>
        </p:blipFill>
        <p:spPr>
          <a:xfrm>
            <a:off x="2180150" y="1709775"/>
            <a:ext cx="7831699" cy="47801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337" name="Shape 337"/>
        <p:cNvGrpSpPr/>
        <p:nvPr/>
      </p:nvGrpSpPr>
      <p:grpSpPr>
        <a:xfrm>
          <a:off x="0" y="0"/>
          <a:ext cx="0" cy="0"/>
          <a:chOff x="0" y="0"/>
          <a:chExt cx="0" cy="0"/>
        </a:xfrm>
      </p:grpSpPr>
      <p:sp>
        <p:nvSpPr>
          <p:cNvPr id="338" name="Google Shape;338;p41"/>
          <p:cNvSpPr txBox="1"/>
          <p:nvPr>
            <p:ph type="body" idx="1"/>
          </p:nvPr>
        </p:nvSpPr>
        <p:spPr>
          <a:xfrm>
            <a:off x="1818150" y="2776202"/>
            <a:ext cx="8555700" cy="13056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FF0000"/>
              </a:buClr>
              <a:buSzPts val="4400"/>
              <a:buNone/>
            </a:pPr>
            <a:r>
              <a:rPr lang="en-IN" sz="4400" b="1">
                <a:solidFill>
                  <a:srgbClr val="FF0000"/>
                </a:solidFill>
              </a:rPr>
              <a:t>SUPPORTING DEVICES</a:t>
            </a:r>
            <a:endParaRPr lang="en-IN" sz="4400" b="1">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342" name="Shape 342"/>
        <p:cNvGrpSpPr/>
        <p:nvPr/>
      </p:nvGrpSpPr>
      <p:grpSpPr>
        <a:xfrm>
          <a:off x="0" y="0"/>
          <a:ext cx="0" cy="0"/>
          <a:chOff x="0" y="0"/>
          <a:chExt cx="0" cy="0"/>
        </a:xfrm>
      </p:grpSpPr>
      <p:sp>
        <p:nvSpPr>
          <p:cNvPr id="343" name="Google Shape;343;p42"/>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Mobile Phones</a:t>
            </a:r>
            <a:endParaRPr lang="en-IN" b="1"/>
          </a:p>
        </p:txBody>
      </p:sp>
      <p:pic>
        <p:nvPicPr>
          <p:cNvPr id="344" name="Google Shape;344;p42"/>
          <p:cNvPicPr preferRelativeResize="0"/>
          <p:nvPr>
            <p:ph type="body" idx="1"/>
          </p:nvPr>
        </p:nvPicPr>
        <p:blipFill rotWithShape="1">
          <a:blip r:embed="rId1"/>
          <a:srcRect/>
          <a:stretch>
            <a:fillRect/>
          </a:stretch>
        </p:blipFill>
        <p:spPr>
          <a:xfrm>
            <a:off x="2026371" y="1865384"/>
            <a:ext cx="7381875" cy="35337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348" name="Shape 348"/>
        <p:cNvGrpSpPr/>
        <p:nvPr/>
      </p:nvGrpSpPr>
      <p:grpSpPr>
        <a:xfrm>
          <a:off x="0" y="0"/>
          <a:ext cx="0" cy="0"/>
          <a:chOff x="0" y="0"/>
          <a:chExt cx="0" cy="0"/>
        </a:xfrm>
      </p:grpSpPr>
      <p:sp>
        <p:nvSpPr>
          <p:cNvPr id="349" name="Google Shape;349;p43"/>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TABLETS</a:t>
            </a:r>
            <a:endParaRPr lang="en-IN" b="1"/>
          </a:p>
        </p:txBody>
      </p:sp>
      <p:pic>
        <p:nvPicPr>
          <p:cNvPr id="350" name="Google Shape;350;p43"/>
          <p:cNvPicPr preferRelativeResize="0"/>
          <p:nvPr>
            <p:ph type="body" idx="1"/>
          </p:nvPr>
        </p:nvPicPr>
        <p:blipFill rotWithShape="1">
          <a:blip r:embed="rId1"/>
          <a:srcRect/>
          <a:stretch>
            <a:fillRect/>
          </a:stretch>
        </p:blipFill>
        <p:spPr>
          <a:xfrm>
            <a:off x="1933232" y="1600200"/>
            <a:ext cx="8325536" cy="452596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354" name="Shape 354"/>
        <p:cNvGrpSpPr/>
        <p:nvPr/>
      </p:nvGrpSpPr>
      <p:grpSpPr>
        <a:xfrm>
          <a:off x="0" y="0"/>
          <a:ext cx="0" cy="0"/>
          <a:chOff x="0" y="0"/>
          <a:chExt cx="0" cy="0"/>
        </a:xfrm>
      </p:grpSpPr>
      <p:sp>
        <p:nvSpPr>
          <p:cNvPr id="355" name="Google Shape;355;p44"/>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SMARTWATCHES</a:t>
            </a:r>
            <a:endParaRPr lang="en-IN" b="1"/>
          </a:p>
        </p:txBody>
      </p:sp>
      <p:pic>
        <p:nvPicPr>
          <p:cNvPr id="356" name="Google Shape;356;p44"/>
          <p:cNvPicPr preferRelativeResize="0"/>
          <p:nvPr>
            <p:ph type="body" idx="1"/>
          </p:nvPr>
        </p:nvPicPr>
        <p:blipFill rotWithShape="1">
          <a:blip r:embed="rId1"/>
          <a:srcRect/>
          <a:stretch>
            <a:fillRect/>
          </a:stretch>
        </p:blipFill>
        <p:spPr>
          <a:xfrm>
            <a:off x="1595437" y="1943894"/>
            <a:ext cx="9001125" cy="38385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360" name="Shape 360"/>
        <p:cNvGrpSpPr/>
        <p:nvPr/>
      </p:nvGrpSpPr>
      <p:grpSpPr>
        <a:xfrm>
          <a:off x="0" y="0"/>
          <a:ext cx="0" cy="0"/>
          <a:chOff x="0" y="0"/>
          <a:chExt cx="0" cy="0"/>
        </a:xfrm>
      </p:grpSpPr>
      <p:sp>
        <p:nvSpPr>
          <p:cNvPr id="361" name="Google Shape;361;p45"/>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SMART TVs</a:t>
            </a:r>
            <a:endParaRPr lang="en-IN" b="1"/>
          </a:p>
        </p:txBody>
      </p:sp>
      <p:pic>
        <p:nvPicPr>
          <p:cNvPr id="362" name="Google Shape;362;p45"/>
          <p:cNvPicPr preferRelativeResize="0"/>
          <p:nvPr>
            <p:ph type="body" idx="1"/>
          </p:nvPr>
        </p:nvPicPr>
        <p:blipFill rotWithShape="1">
          <a:blip r:embed="rId1"/>
          <a:srcRect/>
          <a:stretch>
            <a:fillRect/>
          </a:stretch>
        </p:blipFill>
        <p:spPr>
          <a:xfrm>
            <a:off x="3081337" y="1901031"/>
            <a:ext cx="6029325" cy="39243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366" name="Shape 366"/>
        <p:cNvGrpSpPr/>
        <p:nvPr/>
      </p:nvGrpSpPr>
      <p:grpSpPr>
        <a:xfrm>
          <a:off x="0" y="0"/>
          <a:ext cx="0" cy="0"/>
          <a:chOff x="0" y="0"/>
          <a:chExt cx="0" cy="0"/>
        </a:xfrm>
      </p:grpSpPr>
      <p:sp>
        <p:nvSpPr>
          <p:cNvPr id="367" name="Google Shape;367;p46"/>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SMART GLASSES</a:t>
            </a:r>
            <a:endParaRPr lang="en-IN" b="1"/>
          </a:p>
        </p:txBody>
      </p:sp>
      <p:pic>
        <p:nvPicPr>
          <p:cNvPr id="368" name="Google Shape;368;p46"/>
          <p:cNvPicPr preferRelativeResize="0"/>
          <p:nvPr>
            <p:ph type="body" idx="1"/>
          </p:nvPr>
        </p:nvPicPr>
        <p:blipFill rotWithShape="1">
          <a:blip r:embed="rId1"/>
          <a:srcRect/>
          <a:stretch>
            <a:fillRect/>
          </a:stretch>
        </p:blipFill>
        <p:spPr>
          <a:xfrm>
            <a:off x="1724025" y="2839244"/>
            <a:ext cx="8743950" cy="20478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372" name="Shape 372"/>
        <p:cNvGrpSpPr/>
        <p:nvPr/>
      </p:nvGrpSpPr>
      <p:grpSpPr>
        <a:xfrm>
          <a:off x="0" y="0"/>
          <a:ext cx="0" cy="0"/>
          <a:chOff x="0" y="0"/>
          <a:chExt cx="0" cy="0"/>
        </a:xfrm>
      </p:grpSpPr>
      <p:sp>
        <p:nvSpPr>
          <p:cNvPr id="373" name="Google Shape;373;p47"/>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HOME APPLIANCES</a:t>
            </a:r>
            <a:endParaRPr lang="en-IN" b="1"/>
          </a:p>
        </p:txBody>
      </p:sp>
      <p:pic>
        <p:nvPicPr>
          <p:cNvPr id="374" name="Google Shape;374;p47"/>
          <p:cNvPicPr preferRelativeResize="0"/>
          <p:nvPr>
            <p:ph type="body" idx="1"/>
          </p:nvPr>
        </p:nvPicPr>
        <p:blipFill rotWithShape="1">
          <a:blip r:embed="rId1"/>
          <a:srcRect/>
          <a:stretch>
            <a:fillRect/>
          </a:stretch>
        </p:blipFill>
        <p:spPr>
          <a:xfrm>
            <a:off x="2133600" y="1829594"/>
            <a:ext cx="7924800" cy="40671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378" name="Shape 378"/>
        <p:cNvGrpSpPr/>
        <p:nvPr/>
      </p:nvGrpSpPr>
      <p:grpSpPr>
        <a:xfrm>
          <a:off x="0" y="0"/>
          <a:ext cx="0" cy="0"/>
          <a:chOff x="0" y="0"/>
          <a:chExt cx="0" cy="0"/>
        </a:xfrm>
      </p:grpSpPr>
      <p:sp>
        <p:nvSpPr>
          <p:cNvPr id="379" name="Google Shape;379;p48"/>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Architecture</a:t>
            </a:r>
            <a:endParaRPr lang="en-IN" b="1"/>
          </a:p>
        </p:txBody>
      </p:sp>
      <p:sp>
        <p:nvSpPr>
          <p:cNvPr id="380" name="Google Shape;380;p48"/>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Android is a mobile platform which consists three things:</a:t>
            </a:r>
            <a:endParaRPr lang="en-IN" b="1"/>
          </a:p>
          <a:p>
            <a:pPr marL="742950" lvl="1" indent="-285750" algn="l" rtl="0">
              <a:lnSpc>
                <a:spcPct val="100000"/>
              </a:lnSpc>
              <a:spcBef>
                <a:spcPts val="720"/>
              </a:spcBef>
              <a:spcAft>
                <a:spcPts val="0"/>
              </a:spcAft>
              <a:buClr>
                <a:schemeClr val="dk1"/>
              </a:buClr>
              <a:buSzPts val="3600"/>
              <a:buChar char="–"/>
            </a:pPr>
            <a:r>
              <a:rPr lang="en-IN" sz="3600" b="1"/>
              <a:t>Android OS</a:t>
            </a:r>
            <a:endParaRPr lang="en-IN" sz="3600" b="1"/>
          </a:p>
          <a:p>
            <a:pPr marL="742950" lvl="1" indent="-285750" algn="l" rtl="0">
              <a:lnSpc>
                <a:spcPct val="100000"/>
              </a:lnSpc>
              <a:spcBef>
                <a:spcPts val="720"/>
              </a:spcBef>
              <a:spcAft>
                <a:spcPts val="0"/>
              </a:spcAft>
              <a:buClr>
                <a:schemeClr val="dk1"/>
              </a:buClr>
              <a:buSzPts val="3600"/>
              <a:buChar char="–"/>
            </a:pPr>
            <a:r>
              <a:rPr lang="en-IN" sz="3600" b="1"/>
              <a:t>Middleware</a:t>
            </a:r>
            <a:endParaRPr lang="en-IN" sz="3600" b="1"/>
          </a:p>
          <a:p>
            <a:pPr marL="742950" lvl="1" indent="-285750" algn="l" rtl="0">
              <a:lnSpc>
                <a:spcPct val="100000"/>
              </a:lnSpc>
              <a:spcBef>
                <a:spcPts val="720"/>
              </a:spcBef>
              <a:spcAft>
                <a:spcPts val="0"/>
              </a:spcAft>
              <a:buClr>
                <a:schemeClr val="dk1"/>
              </a:buClr>
              <a:buSzPts val="3600"/>
              <a:buChar char="–"/>
            </a:pPr>
            <a:r>
              <a:rPr lang="en-IN" sz="3600" b="1"/>
              <a:t>Key Applications</a:t>
            </a:r>
            <a:endParaRPr b="1"/>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384" name="Shape 384"/>
        <p:cNvGrpSpPr/>
        <p:nvPr/>
      </p:nvGrpSpPr>
      <p:grpSpPr>
        <a:xfrm>
          <a:off x="0" y="0"/>
          <a:ext cx="0" cy="0"/>
          <a:chOff x="0" y="0"/>
          <a:chExt cx="0" cy="0"/>
        </a:xfrm>
      </p:grpSpPr>
      <p:sp>
        <p:nvSpPr>
          <p:cNvPr id="385" name="Google Shape;385;p49"/>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Architecture</a:t>
            </a:r>
            <a:endParaRPr lang="en-IN" b="1"/>
          </a:p>
        </p:txBody>
      </p:sp>
      <p:sp>
        <p:nvSpPr>
          <p:cNvPr id="386" name="Google Shape;386;p49"/>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ts val="3200"/>
              <a:buChar char="•"/>
            </a:pPr>
            <a:r>
              <a:rPr lang="en-IN" b="1"/>
              <a:t>Android OS is a software stack of different layers, where each layer is a group of several program components.</a:t>
            </a:r>
            <a:endParaRPr lang="en-IN" b="1"/>
          </a:p>
          <a:p>
            <a:pPr marL="342900" lvl="0" indent="-342900" algn="l" rtl="0">
              <a:lnSpc>
                <a:spcPct val="100000"/>
              </a:lnSpc>
              <a:spcBef>
                <a:spcPts val="640"/>
              </a:spcBef>
              <a:spcAft>
                <a:spcPts val="0"/>
              </a:spcAft>
              <a:buClr>
                <a:schemeClr val="dk1"/>
              </a:buClr>
              <a:buSzPts val="3200"/>
              <a:buChar char="•"/>
            </a:pPr>
            <a:r>
              <a:rPr lang="en-IN" b="1"/>
              <a:t>Android has the following layers:</a:t>
            </a:r>
            <a:endParaRPr lang="en-IN" b="1"/>
          </a:p>
          <a:p>
            <a:pPr marL="514350" lvl="0" indent="-514350" algn="l" rtl="0">
              <a:lnSpc>
                <a:spcPct val="100000"/>
              </a:lnSpc>
              <a:spcBef>
                <a:spcPts val="640"/>
              </a:spcBef>
              <a:spcAft>
                <a:spcPts val="0"/>
              </a:spcAft>
              <a:buClr>
                <a:schemeClr val="dk1"/>
              </a:buClr>
              <a:buSzPts val="3200"/>
              <a:buFont typeface="Calibri" panose="020F0502020204030204"/>
              <a:buAutoNum type="arabicPeriod"/>
            </a:pPr>
            <a:r>
              <a:rPr lang="en-IN" b="1"/>
              <a:t>Applications</a:t>
            </a:r>
            <a:endParaRPr lang="en-IN" b="1"/>
          </a:p>
          <a:p>
            <a:pPr marL="514350" lvl="0" indent="-514350" algn="l" rtl="0">
              <a:lnSpc>
                <a:spcPct val="100000"/>
              </a:lnSpc>
              <a:spcBef>
                <a:spcPts val="640"/>
              </a:spcBef>
              <a:spcAft>
                <a:spcPts val="0"/>
              </a:spcAft>
              <a:buClr>
                <a:schemeClr val="dk1"/>
              </a:buClr>
              <a:buSzPts val="3200"/>
              <a:buFont typeface="Calibri" panose="020F0502020204030204"/>
              <a:buAutoNum type="arabicPeriod"/>
            </a:pPr>
            <a:r>
              <a:rPr lang="en-IN" b="1"/>
              <a:t>Application Framework</a:t>
            </a:r>
            <a:endParaRPr lang="en-IN" b="1"/>
          </a:p>
          <a:p>
            <a:pPr marL="514350" lvl="0" indent="-514350" algn="l" rtl="0">
              <a:lnSpc>
                <a:spcPct val="100000"/>
              </a:lnSpc>
              <a:spcBef>
                <a:spcPts val="640"/>
              </a:spcBef>
              <a:spcAft>
                <a:spcPts val="0"/>
              </a:spcAft>
              <a:buClr>
                <a:schemeClr val="dk1"/>
              </a:buClr>
              <a:buSzPts val="3200"/>
              <a:buFont typeface="Calibri" panose="020F0502020204030204"/>
              <a:buAutoNum type="arabicPeriod"/>
            </a:pPr>
            <a:r>
              <a:rPr lang="en-IN" b="1"/>
              <a:t>Libraries</a:t>
            </a:r>
            <a:endParaRPr lang="en-IN" b="1"/>
          </a:p>
          <a:p>
            <a:pPr marL="514350" lvl="0" indent="-514350" algn="l" rtl="0">
              <a:lnSpc>
                <a:spcPct val="100000"/>
              </a:lnSpc>
              <a:spcBef>
                <a:spcPts val="640"/>
              </a:spcBef>
              <a:spcAft>
                <a:spcPts val="0"/>
              </a:spcAft>
              <a:buClr>
                <a:schemeClr val="dk1"/>
              </a:buClr>
              <a:buSzPts val="3200"/>
              <a:buFont typeface="Calibri" panose="020F0502020204030204"/>
              <a:buAutoNum type="arabicPeriod"/>
            </a:pPr>
            <a:r>
              <a:rPr lang="en-IN" b="1"/>
              <a:t>Android Runtime</a:t>
            </a:r>
            <a:endParaRPr lang="en-IN" b="1"/>
          </a:p>
          <a:p>
            <a:pPr marL="514350" lvl="0" indent="-514350" algn="l" rtl="0">
              <a:lnSpc>
                <a:spcPct val="100000"/>
              </a:lnSpc>
              <a:spcBef>
                <a:spcPts val="640"/>
              </a:spcBef>
              <a:spcAft>
                <a:spcPts val="0"/>
              </a:spcAft>
              <a:buClr>
                <a:schemeClr val="dk1"/>
              </a:buClr>
              <a:buSzPts val="3200"/>
              <a:buFont typeface="Calibri" panose="020F0502020204030204"/>
              <a:buAutoNum type="arabicPeriod"/>
            </a:pPr>
            <a:r>
              <a:rPr lang="en-IN" b="1"/>
              <a:t>Linux Kernel</a:t>
            </a:r>
            <a:endParaRPr lang="en-IN" b="1"/>
          </a:p>
          <a:p>
            <a:pPr marL="342900" lvl="0" indent="-139700" algn="l" rtl="0">
              <a:lnSpc>
                <a:spcPct val="100000"/>
              </a:lnSpc>
              <a:spcBef>
                <a:spcPts val="640"/>
              </a:spcBef>
              <a:spcAft>
                <a:spcPts val="0"/>
              </a:spcAft>
              <a:buClr>
                <a:schemeClr val="dk1"/>
              </a:buClr>
              <a:buSzPts val="3200"/>
              <a:buNone/>
            </a:p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390" name="Shape 390"/>
        <p:cNvGrpSpPr/>
        <p:nvPr/>
      </p:nvGrpSpPr>
      <p:grpSpPr>
        <a:xfrm>
          <a:off x="0" y="0"/>
          <a:ext cx="0" cy="0"/>
          <a:chOff x="0" y="0"/>
          <a:chExt cx="0" cy="0"/>
        </a:xfrm>
      </p:grpSpPr>
      <p:sp>
        <p:nvSpPr>
          <p:cNvPr id="391" name="Google Shape;391;p50"/>
          <p:cNvSpPr txBox="1"/>
          <p:nvPr>
            <p:ph type="title"/>
          </p:nvPr>
        </p:nvSpPr>
        <p:spPr>
          <a:xfrm>
            <a:off x="609600" y="18069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Architecture</a:t>
            </a:r>
            <a:endParaRPr lang="en-IN" b="1"/>
          </a:p>
        </p:txBody>
      </p:sp>
      <p:pic>
        <p:nvPicPr>
          <p:cNvPr id="392" name="Google Shape;392;p50"/>
          <p:cNvPicPr preferRelativeResize="0"/>
          <p:nvPr>
            <p:ph type="body" idx="1"/>
          </p:nvPr>
        </p:nvPicPr>
        <p:blipFill rotWithShape="1">
          <a:blip r:embed="rId1"/>
          <a:srcRect/>
          <a:stretch>
            <a:fillRect/>
          </a:stretch>
        </p:blipFill>
        <p:spPr>
          <a:xfrm>
            <a:off x="2172300" y="1323700"/>
            <a:ext cx="7847400" cy="55341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396" name="Shape 396"/>
        <p:cNvGrpSpPr/>
        <p:nvPr/>
      </p:nvGrpSpPr>
      <p:grpSpPr>
        <a:xfrm>
          <a:off x="0" y="0"/>
          <a:ext cx="0" cy="0"/>
          <a:chOff x="0" y="0"/>
          <a:chExt cx="0" cy="0"/>
        </a:xfrm>
      </p:grpSpPr>
      <p:sp>
        <p:nvSpPr>
          <p:cNvPr id="397" name="Google Shape;397;p51"/>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Applications</a:t>
            </a:r>
            <a:endParaRPr lang="en-IN" b="1"/>
          </a:p>
        </p:txBody>
      </p:sp>
      <p:sp>
        <p:nvSpPr>
          <p:cNvPr id="398" name="Google Shape;398;p51"/>
          <p:cNvSpPr txBox="1"/>
          <p:nvPr>
            <p:ph type="body" idx="1"/>
          </p:nvPr>
        </p:nvSpPr>
        <p:spPr>
          <a:xfrm>
            <a:off x="449400" y="2377198"/>
            <a:ext cx="11293200" cy="43932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600"/>
              <a:buChar char="•"/>
            </a:pPr>
            <a:r>
              <a:rPr lang="en-IN" sz="2600" b="1"/>
              <a:t>Written using Java Language</a:t>
            </a:r>
            <a:endParaRPr lang="en-IN" sz="2600" b="1"/>
          </a:p>
          <a:p>
            <a:pPr marL="742950" lvl="1" indent="-285750" algn="l" rtl="0">
              <a:lnSpc>
                <a:spcPct val="100000"/>
              </a:lnSpc>
              <a:spcBef>
                <a:spcPts val="520"/>
              </a:spcBef>
              <a:spcAft>
                <a:spcPts val="0"/>
              </a:spcAft>
              <a:buClr>
                <a:schemeClr val="dk1"/>
              </a:buClr>
              <a:buSzPts val="2600"/>
              <a:buChar char="–"/>
            </a:pPr>
            <a:r>
              <a:rPr lang="en-IN" sz="2600" b="1"/>
              <a:t>Email Client</a:t>
            </a:r>
            <a:endParaRPr lang="en-IN" sz="2600" b="1"/>
          </a:p>
          <a:p>
            <a:pPr marL="742950" lvl="1" indent="-285750" algn="l" rtl="0">
              <a:lnSpc>
                <a:spcPct val="100000"/>
              </a:lnSpc>
              <a:spcBef>
                <a:spcPts val="520"/>
              </a:spcBef>
              <a:spcAft>
                <a:spcPts val="0"/>
              </a:spcAft>
              <a:buClr>
                <a:schemeClr val="dk1"/>
              </a:buClr>
              <a:buSzPts val="2600"/>
              <a:buChar char="–"/>
            </a:pPr>
            <a:r>
              <a:rPr lang="en-IN" sz="2600" b="1"/>
              <a:t>SMS Program</a:t>
            </a:r>
            <a:endParaRPr lang="en-IN" sz="2600" b="1"/>
          </a:p>
          <a:p>
            <a:pPr marL="742950" lvl="1" indent="-285750" algn="l" rtl="0">
              <a:lnSpc>
                <a:spcPct val="100000"/>
              </a:lnSpc>
              <a:spcBef>
                <a:spcPts val="520"/>
              </a:spcBef>
              <a:spcAft>
                <a:spcPts val="0"/>
              </a:spcAft>
              <a:buClr>
                <a:schemeClr val="dk1"/>
              </a:buClr>
              <a:buSzPts val="2600"/>
              <a:buChar char="–"/>
            </a:pPr>
            <a:r>
              <a:rPr lang="en-IN" sz="2600" b="1"/>
              <a:t>Maps</a:t>
            </a:r>
            <a:endParaRPr lang="en-IN" sz="2600" b="1"/>
          </a:p>
          <a:p>
            <a:pPr marL="742950" lvl="1" indent="-285750" algn="l" rtl="0">
              <a:lnSpc>
                <a:spcPct val="100000"/>
              </a:lnSpc>
              <a:spcBef>
                <a:spcPts val="520"/>
              </a:spcBef>
              <a:spcAft>
                <a:spcPts val="0"/>
              </a:spcAft>
              <a:buClr>
                <a:schemeClr val="dk1"/>
              </a:buClr>
              <a:buSzPts val="2600"/>
              <a:buChar char="–"/>
            </a:pPr>
            <a:r>
              <a:rPr lang="en-IN" sz="2600" b="1"/>
              <a:t>Browser</a:t>
            </a:r>
            <a:endParaRPr lang="en-IN" sz="2600" b="1"/>
          </a:p>
          <a:p>
            <a:pPr marL="742950" lvl="1" indent="-285750" algn="l" rtl="0">
              <a:lnSpc>
                <a:spcPct val="100000"/>
              </a:lnSpc>
              <a:spcBef>
                <a:spcPts val="520"/>
              </a:spcBef>
              <a:spcAft>
                <a:spcPts val="0"/>
              </a:spcAft>
              <a:buClr>
                <a:schemeClr val="dk1"/>
              </a:buClr>
              <a:buSzPts val="2600"/>
              <a:buChar char="–"/>
            </a:pPr>
            <a:r>
              <a:rPr lang="en-IN" sz="2600" b="1"/>
              <a:t>Calendar</a:t>
            </a:r>
            <a:endParaRPr lang="en-IN" sz="2600" b="1"/>
          </a:p>
          <a:p>
            <a:pPr marL="742950" lvl="1" indent="-285750" algn="l" rtl="0">
              <a:lnSpc>
                <a:spcPct val="100000"/>
              </a:lnSpc>
              <a:spcBef>
                <a:spcPts val="520"/>
              </a:spcBef>
              <a:spcAft>
                <a:spcPts val="0"/>
              </a:spcAft>
              <a:buClr>
                <a:schemeClr val="dk1"/>
              </a:buClr>
              <a:buSzPts val="2600"/>
              <a:buChar char="–"/>
            </a:pPr>
            <a:r>
              <a:rPr lang="en-IN" sz="2600" b="1"/>
              <a:t>Contacts</a:t>
            </a:r>
            <a:endParaRPr lang="en-IN" sz="2600" b="1"/>
          </a:p>
          <a:p>
            <a:pPr marL="342900" lvl="0" indent="-342900" algn="l" rtl="0">
              <a:lnSpc>
                <a:spcPct val="100000"/>
              </a:lnSpc>
              <a:spcBef>
                <a:spcPts val="520"/>
              </a:spcBef>
              <a:spcAft>
                <a:spcPts val="0"/>
              </a:spcAft>
              <a:buClr>
                <a:schemeClr val="dk1"/>
              </a:buClr>
              <a:buSzPts val="2600"/>
              <a:buChar char="•"/>
            </a:pPr>
            <a:r>
              <a:rPr lang="en-IN" sz="2600" b="1"/>
              <a:t>Supports Parallel running</a:t>
            </a:r>
            <a:endParaRPr lang="en-IN" sz="2600" b="1"/>
          </a:p>
          <a:p>
            <a:pPr marL="342900" lvl="0" indent="-342900" algn="l" rtl="0">
              <a:lnSpc>
                <a:spcPct val="100000"/>
              </a:lnSpc>
              <a:spcBef>
                <a:spcPts val="520"/>
              </a:spcBef>
              <a:spcAft>
                <a:spcPts val="0"/>
              </a:spcAft>
              <a:buClr>
                <a:schemeClr val="dk1"/>
              </a:buClr>
              <a:buSzPts val="2600"/>
              <a:buChar char="•"/>
            </a:pPr>
            <a:r>
              <a:rPr lang="en-IN" sz="2600" b="1"/>
              <a:t>No compulsory applications</a:t>
            </a:r>
            <a:endParaRPr lang="en-IN" sz="2600" b="1"/>
          </a:p>
        </p:txBody>
      </p:sp>
      <p:pic>
        <p:nvPicPr>
          <p:cNvPr id="399" name="Google Shape;399;p51"/>
          <p:cNvPicPr preferRelativeResize="0"/>
          <p:nvPr/>
        </p:nvPicPr>
        <p:blipFill rotWithShape="1">
          <a:blip r:embed="rId1"/>
          <a:srcRect/>
          <a:stretch>
            <a:fillRect/>
          </a:stretch>
        </p:blipFill>
        <p:spPr>
          <a:xfrm>
            <a:off x="2414595" y="1386610"/>
            <a:ext cx="7362825" cy="9906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403" name="Shape 403"/>
        <p:cNvGrpSpPr/>
        <p:nvPr/>
      </p:nvGrpSpPr>
      <p:grpSpPr>
        <a:xfrm>
          <a:off x="0" y="0"/>
          <a:ext cx="0" cy="0"/>
          <a:chOff x="0" y="0"/>
          <a:chExt cx="0" cy="0"/>
        </a:xfrm>
      </p:grpSpPr>
      <p:sp>
        <p:nvSpPr>
          <p:cNvPr id="404" name="Google Shape;404;p52"/>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Application Framework</a:t>
            </a:r>
            <a:endParaRPr lang="en-IN" b="1"/>
          </a:p>
        </p:txBody>
      </p:sp>
      <p:sp>
        <p:nvSpPr>
          <p:cNvPr id="405" name="Google Shape;405;p52"/>
          <p:cNvSpPr txBox="1"/>
          <p:nvPr>
            <p:ph type="body" idx="1"/>
          </p:nvPr>
        </p:nvSpPr>
        <p:spPr>
          <a:xfrm>
            <a:off x="609600" y="3205018"/>
            <a:ext cx="10972800" cy="2921151"/>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The Application Framework layer provides many higher-level services to applications in the form of Java classes.</a:t>
            </a:r>
            <a:endParaRPr lang="en-IN" b="1"/>
          </a:p>
          <a:p>
            <a:pPr marL="342900" lvl="0" indent="-342900" algn="l" rtl="0">
              <a:lnSpc>
                <a:spcPct val="100000"/>
              </a:lnSpc>
              <a:spcBef>
                <a:spcPts val="640"/>
              </a:spcBef>
              <a:spcAft>
                <a:spcPts val="0"/>
              </a:spcAft>
              <a:buClr>
                <a:schemeClr val="dk1"/>
              </a:buClr>
              <a:buSzPts val="3200"/>
              <a:buChar char="•"/>
            </a:pPr>
            <a:r>
              <a:rPr lang="en-IN" b="1"/>
              <a:t> Application developers are allowed to make use of these services in their applications.</a:t>
            </a:r>
            <a:endParaRPr b="1"/>
          </a:p>
        </p:txBody>
      </p:sp>
      <p:pic>
        <p:nvPicPr>
          <p:cNvPr id="406" name="Google Shape;406;p52"/>
          <p:cNvPicPr preferRelativeResize="0"/>
          <p:nvPr/>
        </p:nvPicPr>
        <p:blipFill rotWithShape="1">
          <a:blip r:embed="rId1"/>
          <a:srcRect/>
          <a:stretch>
            <a:fillRect/>
          </a:stretch>
        </p:blipFill>
        <p:spPr>
          <a:xfrm>
            <a:off x="2438407" y="1417641"/>
            <a:ext cx="7315200" cy="13144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410" name="Shape 410"/>
        <p:cNvGrpSpPr/>
        <p:nvPr/>
      </p:nvGrpSpPr>
      <p:grpSpPr>
        <a:xfrm>
          <a:off x="0" y="0"/>
          <a:ext cx="0" cy="0"/>
          <a:chOff x="0" y="0"/>
          <a:chExt cx="0" cy="0"/>
        </a:xfrm>
      </p:grpSpPr>
      <p:sp>
        <p:nvSpPr>
          <p:cNvPr id="411" name="Google Shape;411;p53"/>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Application Framework</a:t>
            </a:r>
            <a:endParaRPr lang="en-IN" b="1"/>
          </a:p>
        </p:txBody>
      </p:sp>
      <p:sp>
        <p:nvSpPr>
          <p:cNvPr id="412" name="Google Shape;412;p53"/>
          <p:cNvSpPr txBox="1"/>
          <p:nvPr>
            <p:ph type="body" idx="1"/>
          </p:nvPr>
        </p:nvSpPr>
        <p:spPr>
          <a:xfrm>
            <a:off x="388050" y="1549199"/>
            <a:ext cx="11415900" cy="5140200"/>
          </a:xfrm>
          <a:prstGeom prst="rect">
            <a:avLst/>
          </a:prstGeom>
          <a:noFill/>
          <a:ln>
            <a:noFill/>
          </a:ln>
        </p:spPr>
        <p:txBody>
          <a:bodyPr spcFirstLastPara="1" wrap="square" lIns="91425" tIns="45700" rIns="91425" bIns="45700" anchor="t" anchorCtr="0">
            <a:normAutofit fontScale="70000"/>
          </a:bodyPr>
          <a:lstStyle/>
          <a:p>
            <a:pPr marL="342900" lvl="0" indent="-312420" algn="l" rtl="0">
              <a:lnSpc>
                <a:spcPct val="100000"/>
              </a:lnSpc>
              <a:spcBef>
                <a:spcPts val="0"/>
              </a:spcBef>
              <a:spcAft>
                <a:spcPts val="0"/>
              </a:spcAft>
              <a:buClr>
                <a:schemeClr val="dk1"/>
              </a:buClr>
              <a:buSzPct val="100000"/>
              <a:buChar char="•"/>
            </a:pPr>
            <a:r>
              <a:rPr lang="en-IN" b="1"/>
              <a:t>The Android framework includes the following key services −</a:t>
            </a:r>
            <a:endParaRPr lang="en-IN" b="1"/>
          </a:p>
          <a:p>
            <a:pPr marL="342900" lvl="0" indent="-312420" algn="l" rtl="0">
              <a:lnSpc>
                <a:spcPct val="100000"/>
              </a:lnSpc>
              <a:spcBef>
                <a:spcPts val="545"/>
              </a:spcBef>
              <a:spcAft>
                <a:spcPts val="0"/>
              </a:spcAft>
              <a:buClr>
                <a:srgbClr val="FF0000"/>
              </a:buClr>
              <a:buSzPct val="100000"/>
              <a:buChar char="•"/>
            </a:pPr>
            <a:r>
              <a:rPr lang="en-IN" b="1">
                <a:solidFill>
                  <a:srgbClr val="FF0000"/>
                </a:solidFill>
              </a:rPr>
              <a:t>Activity Manager</a:t>
            </a:r>
            <a:r>
              <a:rPr lang="en-IN" b="1"/>
              <a:t> − Controls all aspects of the application lifecycle and activity stack.</a:t>
            </a:r>
            <a:endParaRPr b="1"/>
          </a:p>
          <a:p>
            <a:pPr marL="342900" lvl="0" indent="-312420" algn="l" rtl="0">
              <a:spcBef>
                <a:spcPts val="545"/>
              </a:spcBef>
              <a:spcAft>
                <a:spcPts val="0"/>
              </a:spcAft>
              <a:buClr>
                <a:srgbClr val="FF0000"/>
              </a:buClr>
              <a:buSzPct val="100000"/>
              <a:buChar char="•"/>
            </a:pPr>
            <a:r>
              <a:rPr lang="en-IN" b="1">
                <a:solidFill>
                  <a:srgbClr val="FF0000"/>
                </a:solidFill>
              </a:rPr>
              <a:t>Window Manager</a:t>
            </a:r>
            <a:r>
              <a:rPr lang="en-IN" b="1"/>
              <a:t> − Determine screen information to determine the requirements needed to crete windows for the application.</a:t>
            </a:r>
            <a:endParaRPr b="1"/>
          </a:p>
          <a:p>
            <a:pPr marL="342900" lvl="0" indent="-312420" algn="l" rtl="0">
              <a:lnSpc>
                <a:spcPct val="100000"/>
              </a:lnSpc>
              <a:spcBef>
                <a:spcPts val="545"/>
              </a:spcBef>
              <a:spcAft>
                <a:spcPts val="0"/>
              </a:spcAft>
              <a:buClr>
                <a:srgbClr val="FF0000"/>
              </a:buClr>
              <a:buSzPct val="100000"/>
              <a:buChar char="•"/>
            </a:pPr>
            <a:r>
              <a:rPr lang="en-IN" b="1">
                <a:solidFill>
                  <a:srgbClr val="FF0000"/>
                </a:solidFill>
              </a:rPr>
              <a:t>Content Providers</a:t>
            </a:r>
            <a:r>
              <a:rPr lang="en-IN" b="1"/>
              <a:t> − Allows applications to publish and share data with other applications.</a:t>
            </a:r>
            <a:endParaRPr b="1"/>
          </a:p>
          <a:p>
            <a:pPr marL="342900" lvl="0" indent="-312420" algn="l" rtl="0">
              <a:spcBef>
                <a:spcPts val="545"/>
              </a:spcBef>
              <a:spcAft>
                <a:spcPts val="0"/>
              </a:spcAft>
              <a:buClr>
                <a:srgbClr val="FF0000"/>
              </a:buClr>
              <a:buSzPct val="100000"/>
              <a:buChar char="•"/>
            </a:pPr>
            <a:r>
              <a:rPr lang="en-IN" b="1">
                <a:solidFill>
                  <a:srgbClr val="FF0000"/>
                </a:solidFill>
              </a:rPr>
              <a:t>View System</a:t>
            </a:r>
            <a:r>
              <a:rPr lang="en-IN" b="1"/>
              <a:t> − An extensible set of views used to create application user interfaces.</a:t>
            </a:r>
            <a:endParaRPr b="1"/>
          </a:p>
          <a:p>
            <a:pPr marL="342900" lvl="0" indent="-312420" algn="l" rtl="0">
              <a:spcBef>
                <a:spcPts val="545"/>
              </a:spcBef>
              <a:spcAft>
                <a:spcPts val="0"/>
              </a:spcAft>
              <a:buClr>
                <a:srgbClr val="FF0000"/>
              </a:buClr>
              <a:buSzPct val="100000"/>
              <a:buChar char="•"/>
            </a:pPr>
            <a:r>
              <a:rPr lang="en-IN" b="1">
                <a:solidFill>
                  <a:srgbClr val="FF0000"/>
                </a:solidFill>
              </a:rPr>
              <a:t>Telephony Manager</a:t>
            </a:r>
            <a:r>
              <a:rPr lang="en-IN" b="1"/>
              <a:t> − sim card, and device part such as the microphone, camera, and speakers.</a:t>
            </a:r>
            <a:endParaRPr b="1"/>
          </a:p>
          <a:p>
            <a:pPr marL="342900" lvl="0" indent="-312420" algn="l" rtl="0">
              <a:lnSpc>
                <a:spcPct val="100000"/>
              </a:lnSpc>
              <a:spcBef>
                <a:spcPts val="545"/>
              </a:spcBef>
              <a:spcAft>
                <a:spcPts val="0"/>
              </a:spcAft>
              <a:buClr>
                <a:srgbClr val="FF0000"/>
              </a:buClr>
              <a:buSzPct val="100000"/>
              <a:buChar char="•"/>
            </a:pPr>
            <a:r>
              <a:rPr lang="en-IN" b="1">
                <a:solidFill>
                  <a:srgbClr val="FF0000"/>
                </a:solidFill>
              </a:rPr>
              <a:t>Resource Manager</a:t>
            </a:r>
            <a:r>
              <a:rPr lang="en-IN" b="1"/>
              <a:t> − Provides access to non-code embedded resources such as strings, color settings and user interface layouts.</a:t>
            </a:r>
            <a:endParaRPr b="1"/>
          </a:p>
          <a:p>
            <a:pPr marL="342900" lvl="0" indent="-312420" algn="l" rtl="0">
              <a:spcBef>
                <a:spcPts val="545"/>
              </a:spcBef>
              <a:spcAft>
                <a:spcPts val="0"/>
              </a:spcAft>
              <a:buClr>
                <a:srgbClr val="FF0000"/>
              </a:buClr>
              <a:buSzPct val="100000"/>
              <a:buChar char="•"/>
            </a:pPr>
            <a:r>
              <a:rPr lang="en-IN" b="1">
                <a:solidFill>
                  <a:srgbClr val="FF0000"/>
                </a:solidFill>
              </a:rPr>
              <a:t>Location </a:t>
            </a:r>
            <a:r>
              <a:rPr lang="en-IN" b="1">
                <a:solidFill>
                  <a:srgbClr val="FF0000"/>
                </a:solidFill>
              </a:rPr>
              <a:t>Manager</a:t>
            </a:r>
            <a:r>
              <a:rPr lang="en-IN" b="1"/>
              <a:t> − Location permission from the users, deliver location, and aware experiences.</a:t>
            </a:r>
            <a:endParaRPr b="1"/>
          </a:p>
          <a:p>
            <a:pPr marL="342900" lvl="0" indent="-312420" algn="l" rtl="0">
              <a:lnSpc>
                <a:spcPct val="100000"/>
              </a:lnSpc>
              <a:spcBef>
                <a:spcPts val="545"/>
              </a:spcBef>
              <a:spcAft>
                <a:spcPts val="0"/>
              </a:spcAft>
              <a:buClr>
                <a:srgbClr val="FF0000"/>
              </a:buClr>
              <a:buSzPct val="100000"/>
              <a:buChar char="•"/>
            </a:pPr>
            <a:r>
              <a:rPr lang="en-IN" b="1">
                <a:solidFill>
                  <a:srgbClr val="FF0000"/>
                </a:solidFill>
              </a:rPr>
              <a:t>Notifications Manager</a:t>
            </a:r>
            <a:r>
              <a:rPr lang="en-IN" b="1"/>
              <a:t> − Allows applications to display alerts and notifications to the user.</a:t>
            </a:r>
            <a:endParaRPr b="1"/>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416" name="Shape 416"/>
        <p:cNvGrpSpPr/>
        <p:nvPr/>
      </p:nvGrpSpPr>
      <p:grpSpPr>
        <a:xfrm>
          <a:off x="0" y="0"/>
          <a:ext cx="0" cy="0"/>
          <a:chOff x="0" y="0"/>
          <a:chExt cx="0" cy="0"/>
        </a:xfrm>
      </p:grpSpPr>
      <p:sp>
        <p:nvSpPr>
          <p:cNvPr id="417" name="Google Shape;417;p54"/>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Libraries</a:t>
            </a:r>
            <a:endParaRPr lang="en-IN" b="1"/>
          </a:p>
        </p:txBody>
      </p:sp>
      <p:sp>
        <p:nvSpPr>
          <p:cNvPr id="418" name="Google Shape;418;p54"/>
          <p:cNvSpPr txBox="1"/>
          <p:nvPr>
            <p:ph type="body" idx="1"/>
          </p:nvPr>
        </p:nvSpPr>
        <p:spPr>
          <a:xfrm>
            <a:off x="609600" y="3463636"/>
            <a:ext cx="10972800" cy="266253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Useful to develop any third-party application.</a:t>
            </a:r>
            <a:endParaRPr lang="en-IN" b="1"/>
          </a:p>
          <a:p>
            <a:pPr marL="342900" lvl="0" indent="-342900" algn="l" rtl="0">
              <a:lnSpc>
                <a:spcPct val="100000"/>
              </a:lnSpc>
              <a:spcBef>
                <a:spcPts val="640"/>
              </a:spcBef>
              <a:spcAft>
                <a:spcPts val="0"/>
              </a:spcAft>
              <a:buClr>
                <a:schemeClr val="dk1"/>
              </a:buClr>
              <a:buSzPts val="3200"/>
              <a:buChar char="•"/>
            </a:pPr>
            <a:r>
              <a:rPr lang="en-IN" b="1"/>
              <a:t>Native libraries are written in a language that compiles to native code for the platform it run.</a:t>
            </a:r>
            <a:endParaRPr b="1"/>
          </a:p>
        </p:txBody>
      </p:sp>
      <p:pic>
        <p:nvPicPr>
          <p:cNvPr id="419" name="Google Shape;419;p54"/>
          <p:cNvPicPr preferRelativeResize="0"/>
          <p:nvPr/>
        </p:nvPicPr>
        <p:blipFill rotWithShape="1">
          <a:blip r:embed="rId1"/>
          <a:srcRect/>
          <a:stretch>
            <a:fillRect/>
          </a:stretch>
        </p:blipFill>
        <p:spPr>
          <a:xfrm>
            <a:off x="3354676" y="1554813"/>
            <a:ext cx="4448175" cy="17716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423" name="Shape 423"/>
        <p:cNvGrpSpPr/>
        <p:nvPr/>
      </p:nvGrpSpPr>
      <p:grpSpPr>
        <a:xfrm>
          <a:off x="0" y="0"/>
          <a:ext cx="0" cy="0"/>
          <a:chOff x="0" y="0"/>
          <a:chExt cx="0" cy="0"/>
        </a:xfrm>
      </p:grpSpPr>
      <p:sp>
        <p:nvSpPr>
          <p:cNvPr id="424" name="Google Shape;424;p55"/>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Libraries</a:t>
            </a:r>
            <a:endParaRPr lang="en-IN" b="1"/>
          </a:p>
        </p:txBody>
      </p:sp>
      <p:sp>
        <p:nvSpPr>
          <p:cNvPr id="425" name="Google Shape;425;p55"/>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3200"/>
              <a:buNone/>
            </a:pPr>
            <a:r>
              <a:rPr lang="en-IN" b="1"/>
              <a:t>1. </a:t>
            </a:r>
            <a:r>
              <a:rPr lang="en-IN" b="1">
                <a:solidFill>
                  <a:srgbClr val="FF0000"/>
                </a:solidFill>
              </a:rPr>
              <a:t>SQLite</a:t>
            </a:r>
            <a:r>
              <a:rPr lang="en-IN" b="1"/>
              <a:t> - Responsible for Database Operation</a:t>
            </a:r>
            <a:endParaRPr lang="en-IN" b="1"/>
          </a:p>
          <a:p>
            <a:pPr marL="0" lvl="0" indent="0" algn="l" rtl="0">
              <a:lnSpc>
                <a:spcPct val="100000"/>
              </a:lnSpc>
              <a:spcBef>
                <a:spcPts val="640"/>
              </a:spcBef>
              <a:spcAft>
                <a:spcPts val="0"/>
              </a:spcAft>
              <a:buClr>
                <a:schemeClr val="dk1"/>
              </a:buClr>
              <a:buSzPts val="3200"/>
              <a:buNone/>
            </a:pPr>
            <a:r>
              <a:rPr lang="en-IN" b="1"/>
              <a:t>2. </a:t>
            </a:r>
            <a:r>
              <a:rPr lang="en-IN" b="1">
                <a:solidFill>
                  <a:srgbClr val="FF0000"/>
                </a:solidFill>
              </a:rPr>
              <a:t>Free Type </a:t>
            </a:r>
            <a:r>
              <a:rPr lang="en-IN" b="1"/>
              <a:t>- Font Support</a:t>
            </a:r>
            <a:endParaRPr lang="en-IN" b="1"/>
          </a:p>
          <a:p>
            <a:pPr marL="0" lvl="0" indent="0" algn="l" rtl="0">
              <a:lnSpc>
                <a:spcPct val="100000"/>
              </a:lnSpc>
              <a:spcBef>
                <a:spcPts val="640"/>
              </a:spcBef>
              <a:spcAft>
                <a:spcPts val="0"/>
              </a:spcAft>
              <a:buClr>
                <a:schemeClr val="dk1"/>
              </a:buClr>
              <a:buSzPts val="3200"/>
              <a:buNone/>
            </a:pPr>
            <a:r>
              <a:rPr lang="en-IN" b="1"/>
              <a:t>3. </a:t>
            </a:r>
            <a:r>
              <a:rPr lang="en-IN" b="1">
                <a:solidFill>
                  <a:srgbClr val="FF0000"/>
                </a:solidFill>
              </a:rPr>
              <a:t>Media F/W </a:t>
            </a:r>
            <a:r>
              <a:rPr lang="en-IN" b="1"/>
              <a:t>- Audio,Video Format</a:t>
            </a:r>
            <a:endParaRPr b="1"/>
          </a:p>
          <a:p>
            <a:pPr marL="0" lvl="0" indent="0" algn="l" rtl="0">
              <a:lnSpc>
                <a:spcPct val="100000"/>
              </a:lnSpc>
              <a:spcBef>
                <a:spcPts val="640"/>
              </a:spcBef>
              <a:spcAft>
                <a:spcPts val="0"/>
              </a:spcAft>
              <a:buClr>
                <a:schemeClr val="dk1"/>
              </a:buClr>
              <a:buSzPts val="3200"/>
              <a:buNone/>
            </a:pPr>
            <a:r>
              <a:rPr lang="en-IN" b="1"/>
              <a:t>4. </a:t>
            </a:r>
            <a:r>
              <a:rPr lang="en-IN" b="1">
                <a:solidFill>
                  <a:srgbClr val="FF0000"/>
                </a:solidFill>
              </a:rPr>
              <a:t>Open GL(Open Google Library) </a:t>
            </a:r>
            <a:r>
              <a:rPr lang="en-IN" b="1"/>
              <a:t>- 2D,3D Graphics Support</a:t>
            </a:r>
            <a:endParaRPr lang="en-IN" b="1"/>
          </a:p>
          <a:p>
            <a:pPr marL="0" lvl="0" indent="0" algn="l" rtl="0">
              <a:lnSpc>
                <a:spcPct val="100000"/>
              </a:lnSpc>
              <a:spcBef>
                <a:spcPts val="640"/>
              </a:spcBef>
              <a:spcAft>
                <a:spcPts val="0"/>
              </a:spcAft>
              <a:buClr>
                <a:schemeClr val="dk1"/>
              </a:buClr>
              <a:buSzPts val="3200"/>
              <a:buNone/>
            </a:pPr>
            <a:r>
              <a:rPr lang="en-IN" b="1"/>
              <a:t>5. </a:t>
            </a:r>
            <a:r>
              <a:rPr lang="en-IN" b="1">
                <a:solidFill>
                  <a:srgbClr val="FF0000"/>
                </a:solidFill>
              </a:rPr>
              <a:t>SSL </a:t>
            </a:r>
            <a:r>
              <a:rPr lang="en-IN" b="1"/>
              <a:t>- Encrypted Communication between Client and Server</a:t>
            </a:r>
            <a:endParaRPr lang="en-IN" b="1"/>
          </a:p>
          <a:p>
            <a:pPr marL="0" lvl="0" indent="0" algn="l" rtl="0">
              <a:lnSpc>
                <a:spcPct val="100000"/>
              </a:lnSpc>
              <a:spcBef>
                <a:spcPts val="640"/>
              </a:spcBef>
              <a:spcAft>
                <a:spcPts val="0"/>
              </a:spcAft>
              <a:buClr>
                <a:schemeClr val="dk1"/>
              </a:buClr>
              <a:buSzPts val="3200"/>
              <a:buNone/>
            </a:pPr>
            <a:r>
              <a:rPr lang="en-IN" b="1"/>
              <a:t>6. </a:t>
            </a:r>
            <a:r>
              <a:rPr lang="en-IN" b="1">
                <a:solidFill>
                  <a:srgbClr val="FF0000"/>
                </a:solidFill>
              </a:rPr>
              <a:t>SGL</a:t>
            </a:r>
            <a:r>
              <a:rPr lang="en-IN" b="1"/>
              <a:t> (Scalable Graphics Libraries)- For Basic Graphics Support</a:t>
            </a:r>
            <a:endParaRPr b="1"/>
          </a:p>
          <a:p>
            <a:pPr marL="0" lvl="0" indent="0" algn="l" rtl="0">
              <a:lnSpc>
                <a:spcPct val="100000"/>
              </a:lnSpc>
              <a:spcBef>
                <a:spcPts val="640"/>
              </a:spcBef>
              <a:spcAft>
                <a:spcPts val="0"/>
              </a:spcAft>
              <a:buClr>
                <a:schemeClr val="dk1"/>
              </a:buClr>
              <a:buSzPts val="3200"/>
              <a:buNone/>
            </a:pPr>
            <a:r>
              <a:rPr lang="en-IN" b="1"/>
              <a:t>7. </a:t>
            </a:r>
            <a:r>
              <a:rPr lang="en-IN" b="1">
                <a:solidFill>
                  <a:srgbClr val="FF0000"/>
                </a:solidFill>
              </a:rPr>
              <a:t>Webkit </a:t>
            </a:r>
            <a:r>
              <a:rPr lang="en-IN" b="1"/>
              <a:t>- Allows web browser capabilities &amp; supports</a:t>
            </a:r>
            <a:endParaRPr b="1"/>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429" name="Shape 429"/>
        <p:cNvGrpSpPr/>
        <p:nvPr/>
      </p:nvGrpSpPr>
      <p:grpSpPr>
        <a:xfrm>
          <a:off x="0" y="0"/>
          <a:ext cx="0" cy="0"/>
          <a:chOff x="0" y="0"/>
          <a:chExt cx="0" cy="0"/>
        </a:xfrm>
      </p:grpSpPr>
      <p:sp>
        <p:nvSpPr>
          <p:cNvPr id="430" name="Google Shape;430;p56"/>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Runtime</a:t>
            </a:r>
            <a:endParaRPr lang="en-IN" b="1"/>
          </a:p>
        </p:txBody>
      </p:sp>
      <p:sp>
        <p:nvSpPr>
          <p:cNvPr id="431" name="Google Shape;431;p56"/>
          <p:cNvSpPr txBox="1"/>
          <p:nvPr>
            <p:ph type="body" idx="1"/>
          </p:nvPr>
        </p:nvSpPr>
        <p:spPr>
          <a:xfrm>
            <a:off x="609600" y="2863273"/>
            <a:ext cx="10972800" cy="3262896"/>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Android Runtime consists of </a:t>
            </a:r>
            <a:r>
              <a:rPr lang="en-IN" b="1">
                <a:solidFill>
                  <a:srgbClr val="FF0000"/>
                </a:solidFill>
              </a:rPr>
              <a:t>Core Libraries and </a:t>
            </a:r>
            <a:r>
              <a:rPr lang="en-IN" b="1">
                <a:solidFill>
                  <a:srgbClr val="00B050"/>
                </a:solidFill>
              </a:rPr>
              <a:t>Dalvik Virtual Machine.</a:t>
            </a:r>
            <a:endParaRPr lang="en-IN" b="1">
              <a:solidFill>
                <a:srgbClr val="00B050"/>
              </a:solidFill>
            </a:endParaRPr>
          </a:p>
          <a:p>
            <a:pPr marL="342900" lvl="0" indent="-342900" algn="l" rtl="0">
              <a:lnSpc>
                <a:spcPct val="100000"/>
              </a:lnSpc>
              <a:spcBef>
                <a:spcPts val="640"/>
              </a:spcBef>
              <a:spcAft>
                <a:spcPts val="0"/>
              </a:spcAft>
              <a:buClr>
                <a:schemeClr val="dk1"/>
              </a:buClr>
              <a:buSzPts val="3200"/>
              <a:buChar char="•"/>
            </a:pPr>
            <a:r>
              <a:rPr lang="en-IN" b="1"/>
              <a:t>Core Libraries are written in C/C++ languages. This libraries are helpful for runtime environment. Some of the core libraries are Data Structure, File Access, Network Access, Utilities and Graphics.</a:t>
            </a:r>
            <a:endParaRPr b="1"/>
          </a:p>
        </p:txBody>
      </p:sp>
      <p:pic>
        <p:nvPicPr>
          <p:cNvPr id="432" name="Google Shape;432;p56"/>
          <p:cNvPicPr preferRelativeResize="0"/>
          <p:nvPr/>
        </p:nvPicPr>
        <p:blipFill rotWithShape="1">
          <a:blip r:embed="rId1"/>
          <a:srcRect/>
          <a:stretch>
            <a:fillRect/>
          </a:stretch>
        </p:blipFill>
        <p:spPr>
          <a:xfrm>
            <a:off x="4538230" y="1444048"/>
            <a:ext cx="2838450" cy="14192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436" name="Shape 436"/>
        <p:cNvGrpSpPr/>
        <p:nvPr/>
      </p:nvGrpSpPr>
      <p:grpSpPr>
        <a:xfrm>
          <a:off x="0" y="0"/>
          <a:ext cx="0" cy="0"/>
          <a:chOff x="0" y="0"/>
          <a:chExt cx="0" cy="0"/>
        </a:xfrm>
      </p:grpSpPr>
      <p:sp>
        <p:nvSpPr>
          <p:cNvPr id="437" name="Google Shape;437;p57"/>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DVM(Dalvik Virtual Machine)</a:t>
            </a:r>
            <a:endParaRPr lang="en-IN" b="1"/>
          </a:p>
        </p:txBody>
      </p:sp>
      <p:sp>
        <p:nvSpPr>
          <p:cNvPr id="438" name="Google Shape;438;p57"/>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Runtime environment for running android application.</a:t>
            </a:r>
            <a:endParaRPr lang="en-IN" b="1"/>
          </a:p>
          <a:p>
            <a:pPr marL="342900" lvl="0" indent="-342900" algn="l" rtl="0">
              <a:lnSpc>
                <a:spcPct val="100000"/>
              </a:lnSpc>
              <a:spcBef>
                <a:spcPts val="640"/>
              </a:spcBef>
              <a:spcAft>
                <a:spcPts val="0"/>
              </a:spcAft>
              <a:buClr>
                <a:schemeClr val="dk1"/>
              </a:buClr>
              <a:buSzPts val="3200"/>
              <a:buChar char="•"/>
            </a:pPr>
            <a:r>
              <a:rPr lang="en-IN" b="1"/>
              <a:t>JVM is used to run </a:t>
            </a:r>
            <a:r>
              <a:rPr lang="en-IN" b="1">
                <a:solidFill>
                  <a:srgbClr val="FF0000"/>
                </a:solidFill>
              </a:rPr>
              <a:t>high-end applications </a:t>
            </a:r>
            <a:r>
              <a:rPr lang="en-IN" b="1"/>
              <a:t>while DVM is used for </a:t>
            </a:r>
            <a:r>
              <a:rPr lang="en-IN" b="1">
                <a:solidFill>
                  <a:srgbClr val="FF0000"/>
                </a:solidFill>
              </a:rPr>
              <a:t>small-end applications</a:t>
            </a:r>
            <a:r>
              <a:rPr lang="en-IN" b="1"/>
              <a:t>.</a:t>
            </a:r>
            <a:endParaRPr lang="en-IN" b="1"/>
          </a:p>
          <a:p>
            <a:pPr marL="342900" lvl="0" indent="-342900" algn="l" rtl="0">
              <a:lnSpc>
                <a:spcPct val="100000"/>
              </a:lnSpc>
              <a:spcBef>
                <a:spcPts val="640"/>
              </a:spcBef>
              <a:spcAft>
                <a:spcPts val="0"/>
              </a:spcAft>
              <a:buClr>
                <a:schemeClr val="dk1"/>
              </a:buClr>
              <a:buSzPts val="3200"/>
              <a:buChar char="•"/>
            </a:pPr>
            <a:r>
              <a:rPr lang="en-IN" b="1"/>
              <a:t>DVM was first written by "Dan Bornstein“</a:t>
            </a:r>
            <a:endParaRPr lang="en-IN" b="1"/>
          </a:p>
          <a:p>
            <a:pPr marL="342900" lvl="0" indent="-342900" algn="l" rtl="0">
              <a:lnSpc>
                <a:spcPct val="100000"/>
              </a:lnSpc>
              <a:spcBef>
                <a:spcPts val="640"/>
              </a:spcBef>
              <a:spcAft>
                <a:spcPts val="0"/>
              </a:spcAft>
              <a:buClr>
                <a:schemeClr val="dk1"/>
              </a:buClr>
              <a:buSzPts val="3200"/>
              <a:buChar char="•"/>
            </a:pPr>
            <a:r>
              <a:rPr lang="en-IN" b="1"/>
              <a:t>Unlike JVM, the DVM does not run .class files but it </a:t>
            </a:r>
            <a:r>
              <a:rPr lang="en-IN" b="1">
                <a:solidFill>
                  <a:srgbClr val="FF0000"/>
                </a:solidFill>
              </a:rPr>
              <a:t>runs .dex </a:t>
            </a:r>
            <a:r>
              <a:rPr lang="en-IN" b="1"/>
              <a:t>files.</a:t>
            </a:r>
            <a:endParaRPr lang="en-IN" b="1"/>
          </a:p>
          <a:p>
            <a:pPr marL="342900" lvl="0" indent="-342900" algn="l" rtl="0">
              <a:lnSpc>
                <a:spcPct val="100000"/>
              </a:lnSpc>
              <a:spcBef>
                <a:spcPts val="640"/>
              </a:spcBef>
              <a:spcAft>
                <a:spcPts val="0"/>
              </a:spcAft>
              <a:buClr>
                <a:schemeClr val="dk1"/>
              </a:buClr>
              <a:buSzPts val="3200"/>
              <a:buChar char="•"/>
            </a:pPr>
            <a:r>
              <a:rPr lang="en-IN" b="1"/>
              <a:t>.dex files are built from .class file at the time of compilation and provide higher efficiency in row resource environments.</a:t>
            </a:r>
            <a:endParaRPr b="1"/>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442" name="Shape 442"/>
        <p:cNvGrpSpPr/>
        <p:nvPr/>
      </p:nvGrpSpPr>
      <p:grpSpPr>
        <a:xfrm>
          <a:off x="0" y="0"/>
          <a:ext cx="0" cy="0"/>
          <a:chOff x="0" y="0"/>
          <a:chExt cx="0" cy="0"/>
        </a:xfrm>
      </p:grpSpPr>
      <p:sp>
        <p:nvSpPr>
          <p:cNvPr id="443" name="Google Shape;443;p58"/>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Linux Kernel</a:t>
            </a:r>
            <a:endParaRPr lang="en-IN" b="1"/>
          </a:p>
        </p:txBody>
      </p:sp>
      <p:sp>
        <p:nvSpPr>
          <p:cNvPr id="444" name="Google Shape;444;p58"/>
          <p:cNvSpPr txBox="1"/>
          <p:nvPr>
            <p:ph type="body" idx="1"/>
          </p:nvPr>
        </p:nvSpPr>
        <p:spPr>
          <a:xfrm>
            <a:off x="609600" y="3020301"/>
            <a:ext cx="11279700" cy="3533100"/>
          </a:xfrm>
          <a:prstGeom prst="rect">
            <a:avLst/>
          </a:prstGeom>
          <a:noFill/>
          <a:ln>
            <a:noFill/>
          </a:ln>
        </p:spPr>
        <p:txBody>
          <a:bodyPr spcFirstLastPara="1" wrap="square" lIns="91425" tIns="45700" rIns="91425" bIns="45700" anchor="t" anchorCtr="0">
            <a:normAutofit fontScale="85000" lnSpcReduction="20000"/>
          </a:bodyPr>
          <a:lstStyle/>
          <a:p>
            <a:pPr marL="342900" lvl="0" indent="-312420" algn="l" rtl="0">
              <a:lnSpc>
                <a:spcPct val="100000"/>
              </a:lnSpc>
              <a:spcBef>
                <a:spcPts val="0"/>
              </a:spcBef>
              <a:spcAft>
                <a:spcPts val="0"/>
              </a:spcAft>
              <a:buClr>
                <a:schemeClr val="dk1"/>
              </a:buClr>
              <a:buSzPct val="100000"/>
              <a:buChar char="•"/>
            </a:pPr>
            <a:r>
              <a:rPr lang="en-IN" b="1"/>
              <a:t>Linux Kernel is a Root layer of android Architecture which is responsible for device drivers(display, camera, Bluetooth, flash, web driver, usb, keypad,wifi etc.)</a:t>
            </a:r>
            <a:endParaRPr b="1"/>
          </a:p>
          <a:p>
            <a:pPr marL="342900" lvl="0" indent="-312420" algn="l" rtl="0">
              <a:spcBef>
                <a:spcPts val="640"/>
              </a:spcBef>
              <a:spcAft>
                <a:spcPts val="0"/>
              </a:spcAft>
              <a:buSzPct val="100000"/>
              <a:buChar char="•"/>
            </a:pPr>
            <a:r>
              <a:rPr lang="en-IN" b="1"/>
              <a:t>HAL (Hardware Abstraction Layer): allows you to implement functionality without affecting the higher level system.</a:t>
            </a:r>
            <a:endParaRPr b="1"/>
          </a:p>
          <a:p>
            <a:pPr marL="342900" lvl="0" indent="-312420" algn="l" rtl="0">
              <a:lnSpc>
                <a:spcPct val="100000"/>
              </a:lnSpc>
              <a:spcBef>
                <a:spcPts val="640"/>
              </a:spcBef>
              <a:spcAft>
                <a:spcPts val="0"/>
              </a:spcAft>
              <a:buClr>
                <a:schemeClr val="dk1"/>
              </a:buClr>
              <a:buSzPct val="100000"/>
              <a:buChar char="•"/>
            </a:pPr>
            <a:r>
              <a:rPr lang="en-IN" b="1"/>
              <a:t>power management, memory management and resources/drivers management.</a:t>
            </a:r>
            <a:endParaRPr b="1"/>
          </a:p>
          <a:p>
            <a:pPr marL="342900" lvl="0" indent="-312420" algn="l" rtl="0">
              <a:spcBef>
                <a:spcPts val="640"/>
              </a:spcBef>
              <a:spcAft>
                <a:spcPts val="0"/>
              </a:spcAft>
              <a:buSzPct val="100000"/>
              <a:buChar char="•"/>
            </a:pPr>
            <a:r>
              <a:rPr lang="en-IN" b="1"/>
              <a:t>Binder:  Allows sharing </a:t>
            </a:r>
            <a:r>
              <a:rPr lang="en-IN" b="1"/>
              <a:t>of</a:t>
            </a:r>
            <a:r>
              <a:rPr lang="en-IN" b="1"/>
              <a:t> data from one app to another (Inter Process </a:t>
            </a:r>
            <a:r>
              <a:rPr lang="en-IN" b="1"/>
              <a:t>Communication</a:t>
            </a:r>
            <a:r>
              <a:rPr lang="en-IN" b="1"/>
              <a:t>) | Flash Memory: Easy share of data &amp; read/write.</a:t>
            </a:r>
            <a:endParaRPr b="1"/>
          </a:p>
        </p:txBody>
      </p:sp>
      <p:pic>
        <p:nvPicPr>
          <p:cNvPr id="445" name="Google Shape;445;p58"/>
          <p:cNvPicPr preferRelativeResize="0"/>
          <p:nvPr/>
        </p:nvPicPr>
        <p:blipFill rotWithShape="1">
          <a:blip r:embed="rId1"/>
          <a:srcRect/>
          <a:stretch>
            <a:fillRect/>
          </a:stretch>
        </p:blipFill>
        <p:spPr>
          <a:xfrm>
            <a:off x="2332614" y="1483158"/>
            <a:ext cx="7286625" cy="13239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449" name="Shape 449"/>
        <p:cNvGrpSpPr/>
        <p:nvPr/>
      </p:nvGrpSpPr>
      <p:grpSpPr>
        <a:xfrm>
          <a:off x="0" y="0"/>
          <a:ext cx="0" cy="0"/>
          <a:chOff x="0" y="0"/>
          <a:chExt cx="0" cy="0"/>
        </a:xfrm>
      </p:grpSpPr>
      <p:sp>
        <p:nvSpPr>
          <p:cNvPr id="450" name="Google Shape;450;p59"/>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How Android Works?</a:t>
            </a:r>
            <a:endParaRPr lang="en-IN" b="1"/>
          </a:p>
        </p:txBody>
      </p:sp>
      <p:pic>
        <p:nvPicPr>
          <p:cNvPr id="451" name="Google Shape;451;p59"/>
          <p:cNvPicPr preferRelativeResize="0"/>
          <p:nvPr>
            <p:ph type="body" idx="1"/>
          </p:nvPr>
        </p:nvPicPr>
        <p:blipFill rotWithShape="1">
          <a:blip r:embed="rId1"/>
          <a:srcRect/>
          <a:stretch>
            <a:fillRect/>
          </a:stretch>
        </p:blipFill>
        <p:spPr>
          <a:xfrm>
            <a:off x="932872" y="1417641"/>
            <a:ext cx="10547927" cy="4875219"/>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455" name="Shape 455"/>
        <p:cNvGrpSpPr/>
        <p:nvPr/>
      </p:nvGrpSpPr>
      <p:grpSpPr>
        <a:xfrm>
          <a:off x="0" y="0"/>
          <a:ext cx="0" cy="0"/>
          <a:chOff x="0" y="0"/>
          <a:chExt cx="0" cy="0"/>
        </a:xfrm>
      </p:grpSpPr>
      <p:sp>
        <p:nvSpPr>
          <p:cNvPr id="456" name="Google Shape;456;p60"/>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Download and Install Android Studio</a:t>
            </a:r>
            <a:endParaRPr lang="en-IN" b="1"/>
          </a:p>
        </p:txBody>
      </p:sp>
      <p:sp>
        <p:nvSpPr>
          <p:cNvPr id="457" name="Google Shape;457;p60"/>
          <p:cNvSpPr txBox="1"/>
          <p:nvPr>
            <p:ph type="body" idx="1"/>
          </p:nvPr>
        </p:nvSpPr>
        <p:spPr>
          <a:xfrm>
            <a:off x="609600" y="1600206"/>
            <a:ext cx="10972800" cy="2132345"/>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Android Studio is the official integrated development environment for Google’s Android operating system, built on JetBrains’ IntelliJ IDEA software and designed specifically for Android development.</a:t>
            </a:r>
            <a:endParaRPr b="1"/>
          </a:p>
        </p:txBody>
      </p:sp>
      <p:pic>
        <p:nvPicPr>
          <p:cNvPr id="458" name="Google Shape;458;p60"/>
          <p:cNvPicPr preferRelativeResize="0"/>
          <p:nvPr/>
        </p:nvPicPr>
        <p:blipFill rotWithShape="1">
          <a:blip r:embed="rId1"/>
          <a:srcRect/>
          <a:stretch>
            <a:fillRect/>
          </a:stretch>
        </p:blipFill>
        <p:spPr>
          <a:xfrm>
            <a:off x="1111848" y="3680224"/>
            <a:ext cx="10470552" cy="317777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462" name="Shape 462"/>
        <p:cNvGrpSpPr/>
        <p:nvPr/>
      </p:nvGrpSpPr>
      <p:grpSpPr>
        <a:xfrm>
          <a:off x="0" y="0"/>
          <a:ext cx="0" cy="0"/>
          <a:chOff x="0" y="0"/>
          <a:chExt cx="0" cy="0"/>
        </a:xfrm>
      </p:grpSpPr>
      <p:sp>
        <p:nvSpPr>
          <p:cNvPr id="463" name="Google Shape;463;p61"/>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Installation guide:</a:t>
            </a:r>
            <a:endParaRPr lang="en-IN" b="1"/>
          </a:p>
        </p:txBody>
      </p:sp>
      <p:sp>
        <p:nvSpPr>
          <p:cNvPr id="464" name="Google Shape;464;p61"/>
          <p:cNvSpPr txBox="1"/>
          <p:nvPr>
            <p:ph type="body" idx="1"/>
          </p:nvPr>
        </p:nvSpPr>
        <p:spPr>
          <a:xfrm>
            <a:off x="609600" y="1600207"/>
            <a:ext cx="10972800" cy="2252266"/>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100000"/>
              </a:lnSpc>
              <a:spcBef>
                <a:spcPts val="0"/>
              </a:spcBef>
              <a:spcAft>
                <a:spcPts val="0"/>
              </a:spcAft>
              <a:buClr>
                <a:schemeClr val="dk1"/>
              </a:buClr>
              <a:buSzPct val="100000"/>
              <a:buChar char="•"/>
            </a:pPr>
            <a:r>
              <a:rPr lang="en-IN" b="1"/>
              <a:t>Step – 1 :</a:t>
            </a:r>
            <a:br>
              <a:rPr lang="en-IN"/>
            </a:br>
            <a:r>
              <a:rPr lang="en-IN"/>
              <a:t>Go to URL </a:t>
            </a:r>
            <a:r>
              <a:rPr lang="en-IN" u="sng">
                <a:solidFill>
                  <a:schemeClr val="hlink"/>
                </a:solidFill>
                <a:hlinkClick r:id="rId1"/>
              </a:rPr>
              <a:t>https://developer.android.com/studio</a:t>
            </a:r>
            <a:r>
              <a:rPr lang="en-IN"/>
              <a:t> to get the Android Studio executable or zip file .</a:t>
            </a:r>
            <a:endParaRPr lang="en-IN"/>
          </a:p>
          <a:p>
            <a:pPr marL="342900" lvl="0" indent="-342900" algn="l" rtl="0">
              <a:lnSpc>
                <a:spcPct val="100000"/>
              </a:lnSpc>
              <a:spcBef>
                <a:spcPts val="590"/>
              </a:spcBef>
              <a:spcAft>
                <a:spcPts val="0"/>
              </a:spcAft>
              <a:buClr>
                <a:schemeClr val="dk1"/>
              </a:buClr>
              <a:buSzPct val="100000"/>
              <a:buChar char="•"/>
            </a:pPr>
            <a:r>
              <a:rPr lang="en-IN" b="1"/>
              <a:t>Step – 2 : </a:t>
            </a:r>
            <a:r>
              <a:rPr lang="en-IN" i="1"/>
              <a:t>Click on the download android studio button </a:t>
            </a:r>
            <a:br>
              <a:rPr lang="en-IN"/>
            </a:br>
            <a:endParaRPr lang="en-IN"/>
          </a:p>
        </p:txBody>
      </p:sp>
      <p:pic>
        <p:nvPicPr>
          <p:cNvPr id="465" name="Google Shape;465;p61"/>
          <p:cNvPicPr preferRelativeResize="0"/>
          <p:nvPr/>
        </p:nvPicPr>
        <p:blipFill rotWithShape="1">
          <a:blip r:embed="rId2"/>
          <a:srcRect/>
          <a:stretch>
            <a:fillRect/>
          </a:stretch>
        </p:blipFill>
        <p:spPr>
          <a:xfrm>
            <a:off x="2014380" y="3383874"/>
            <a:ext cx="7790235" cy="347412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469" name="Shape 469"/>
        <p:cNvGrpSpPr/>
        <p:nvPr/>
      </p:nvGrpSpPr>
      <p:grpSpPr>
        <a:xfrm>
          <a:off x="0" y="0"/>
          <a:ext cx="0" cy="0"/>
          <a:chOff x="0" y="0"/>
          <a:chExt cx="0" cy="0"/>
        </a:xfrm>
      </p:grpSpPr>
      <p:sp>
        <p:nvSpPr>
          <p:cNvPr id="470" name="Google Shape;470;p62"/>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p>
        </p:txBody>
      </p:sp>
      <p:sp>
        <p:nvSpPr>
          <p:cNvPr id="471" name="Google Shape;471;p62"/>
          <p:cNvSpPr txBox="1"/>
          <p:nvPr>
            <p:ph type="body" idx="1"/>
          </p:nvPr>
        </p:nvSpPr>
        <p:spPr>
          <a:xfrm>
            <a:off x="609600" y="1600207"/>
            <a:ext cx="10972800" cy="1187964"/>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i="1"/>
              <a:t>Click on the “I have read and agree with the above terms and conditions” checkbox followed by the download button.</a:t>
            </a:r>
            <a:endParaRPr lang="en-IN" i="1"/>
          </a:p>
        </p:txBody>
      </p:sp>
      <p:pic>
        <p:nvPicPr>
          <p:cNvPr id="472" name="Google Shape;472;p62" descr="https://media.geeksforgeeks.org/wp-content/uploads/Screenshot-96-1.png"/>
          <p:cNvPicPr preferRelativeResize="0"/>
          <p:nvPr/>
        </p:nvPicPr>
        <p:blipFill rotWithShape="1">
          <a:blip r:embed="rId1"/>
          <a:srcRect/>
          <a:stretch>
            <a:fillRect/>
          </a:stretch>
        </p:blipFill>
        <p:spPr>
          <a:xfrm>
            <a:off x="2718894" y="2637724"/>
            <a:ext cx="6814850" cy="383760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476" name="Shape 476"/>
        <p:cNvGrpSpPr/>
        <p:nvPr/>
      </p:nvGrpSpPr>
      <p:grpSpPr>
        <a:xfrm>
          <a:off x="0" y="0"/>
          <a:ext cx="0" cy="0"/>
          <a:chOff x="0" y="0"/>
          <a:chExt cx="0" cy="0"/>
        </a:xfrm>
      </p:grpSpPr>
      <p:sp>
        <p:nvSpPr>
          <p:cNvPr id="477" name="Google Shape;477;p63"/>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p>
        </p:txBody>
      </p:sp>
      <p:sp>
        <p:nvSpPr>
          <p:cNvPr id="478" name="Google Shape;478;p63"/>
          <p:cNvSpPr txBox="1"/>
          <p:nvPr>
            <p:ph type="body" idx="1"/>
          </p:nvPr>
        </p:nvSpPr>
        <p:spPr>
          <a:xfrm>
            <a:off x="609600" y="1600207"/>
            <a:ext cx="10972800" cy="166765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Step – 3:</a:t>
            </a:r>
            <a:r>
              <a:rPr lang="en-IN"/>
              <a:t>After the downloading has finished, open the file from downloads and run it .</a:t>
            </a:r>
            <a:br>
              <a:rPr lang="en-IN"/>
            </a:br>
            <a:r>
              <a:rPr lang="en-IN"/>
              <a:t>It will prompt the following dialogue box .</a:t>
            </a:r>
            <a:endParaRPr lang="en-IN"/>
          </a:p>
          <a:p>
            <a:pPr marL="342900" lvl="0" indent="-139700" algn="l" rtl="0">
              <a:lnSpc>
                <a:spcPct val="100000"/>
              </a:lnSpc>
              <a:spcBef>
                <a:spcPts val="640"/>
              </a:spcBef>
              <a:spcAft>
                <a:spcPts val="0"/>
              </a:spcAft>
              <a:buClr>
                <a:schemeClr val="dk1"/>
              </a:buClr>
              <a:buSzPts val="3200"/>
              <a:buNone/>
            </a:pPr>
          </a:p>
        </p:txBody>
      </p:sp>
      <p:pic>
        <p:nvPicPr>
          <p:cNvPr id="479" name="Google Shape;479;p63" descr="https://media.geeksforgeeks.org/wp-content/uploads/as1-1.png"/>
          <p:cNvPicPr preferRelativeResize="0"/>
          <p:nvPr/>
        </p:nvPicPr>
        <p:blipFill rotWithShape="1">
          <a:blip r:embed="rId1"/>
          <a:srcRect/>
          <a:stretch>
            <a:fillRect/>
          </a:stretch>
        </p:blipFill>
        <p:spPr>
          <a:xfrm>
            <a:off x="3123627" y="3267857"/>
            <a:ext cx="4695825" cy="3352801"/>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483" name="Shape 483"/>
        <p:cNvGrpSpPr/>
        <p:nvPr/>
      </p:nvGrpSpPr>
      <p:grpSpPr>
        <a:xfrm>
          <a:off x="0" y="0"/>
          <a:ext cx="0" cy="0"/>
          <a:chOff x="0" y="0"/>
          <a:chExt cx="0" cy="0"/>
        </a:xfrm>
      </p:grpSpPr>
      <p:sp>
        <p:nvSpPr>
          <p:cNvPr id="484" name="Google Shape;484;p64"/>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p>
        </p:txBody>
      </p:sp>
      <p:sp>
        <p:nvSpPr>
          <p:cNvPr id="485" name="Google Shape;485;p64"/>
          <p:cNvSpPr txBox="1"/>
          <p:nvPr>
            <p:ph type="body" idx="1"/>
          </p:nvPr>
        </p:nvSpPr>
        <p:spPr>
          <a:xfrm>
            <a:off x="609600" y="1600206"/>
            <a:ext cx="10972800" cy="108303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Step – 4 :</a:t>
            </a:r>
            <a:r>
              <a:rPr lang="en-IN"/>
              <a:t>It will start the installation, and once it is completed, it will be like the image shown below .</a:t>
            </a:r>
            <a:endParaRPr lang="en-IN"/>
          </a:p>
          <a:p>
            <a:pPr marL="342900" lvl="0" indent="-139700" algn="l" rtl="0">
              <a:lnSpc>
                <a:spcPct val="100000"/>
              </a:lnSpc>
              <a:spcBef>
                <a:spcPts val="640"/>
              </a:spcBef>
              <a:spcAft>
                <a:spcPts val="0"/>
              </a:spcAft>
              <a:buClr>
                <a:schemeClr val="dk1"/>
              </a:buClr>
              <a:buSzPts val="3200"/>
              <a:buNone/>
            </a:pPr>
          </a:p>
        </p:txBody>
      </p:sp>
      <p:pic>
        <p:nvPicPr>
          <p:cNvPr id="486" name="Google Shape;486;p64" descr="https://media.geeksforgeeks.org/wp-content/uploads/as3-1.png"/>
          <p:cNvPicPr preferRelativeResize="0"/>
          <p:nvPr/>
        </p:nvPicPr>
        <p:blipFill rotWithShape="1">
          <a:blip r:embed="rId1"/>
          <a:srcRect/>
          <a:stretch>
            <a:fillRect/>
          </a:stretch>
        </p:blipFill>
        <p:spPr>
          <a:xfrm>
            <a:off x="609600" y="2865804"/>
            <a:ext cx="4743450" cy="3457576"/>
          </a:xfrm>
          <a:prstGeom prst="rect">
            <a:avLst/>
          </a:prstGeom>
          <a:noFill/>
          <a:ln>
            <a:noFill/>
          </a:ln>
        </p:spPr>
      </p:pic>
      <p:pic>
        <p:nvPicPr>
          <p:cNvPr id="487" name="Google Shape;487;p64" descr="https://media.geeksforgeeks.org/wp-content/uploads/as4-1.png"/>
          <p:cNvPicPr preferRelativeResize="0"/>
          <p:nvPr/>
        </p:nvPicPr>
        <p:blipFill rotWithShape="1">
          <a:blip r:embed="rId2"/>
          <a:srcRect/>
          <a:stretch>
            <a:fillRect/>
          </a:stretch>
        </p:blipFill>
        <p:spPr>
          <a:xfrm>
            <a:off x="6096000" y="2865804"/>
            <a:ext cx="4819650" cy="351472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491" name="Shape 491"/>
        <p:cNvGrpSpPr/>
        <p:nvPr/>
      </p:nvGrpSpPr>
      <p:grpSpPr>
        <a:xfrm>
          <a:off x="0" y="0"/>
          <a:ext cx="0" cy="0"/>
          <a:chOff x="0" y="0"/>
          <a:chExt cx="0" cy="0"/>
        </a:xfrm>
      </p:grpSpPr>
      <p:sp>
        <p:nvSpPr>
          <p:cNvPr id="492" name="Google Shape;492;p65"/>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p>
        </p:txBody>
      </p:sp>
      <p:sp>
        <p:nvSpPr>
          <p:cNvPr id="493" name="Google Shape;493;p65"/>
          <p:cNvSpPr txBox="1"/>
          <p:nvPr>
            <p:ph type="body" idx="1"/>
          </p:nvPr>
        </p:nvSpPr>
        <p:spPr>
          <a:xfrm>
            <a:off x="609600" y="1600206"/>
            <a:ext cx="10972800" cy="292682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Step – 5 :</a:t>
            </a:r>
            <a:r>
              <a:rPr lang="en-IN"/>
              <a:t>Once “Finish” is clicked, it will ask whether the previous settings needs to be impoerted [if android studio had been installed earlier], or not.</a:t>
            </a:r>
            <a:br>
              <a:rPr lang="en-IN"/>
            </a:br>
            <a:r>
              <a:rPr lang="en-IN"/>
              <a:t>It is better to choose the ‘Don’t import Settings option’ .</a:t>
            </a:r>
            <a:br>
              <a:rPr lang="en-IN"/>
            </a:br>
            <a:endParaRPr lang="en-IN"/>
          </a:p>
        </p:txBody>
      </p:sp>
      <p:pic>
        <p:nvPicPr>
          <p:cNvPr id="494" name="Google Shape;494;p65" descr="https://media.geeksforgeeks.org/wp-content/uploads/as5-1.png"/>
          <p:cNvPicPr preferRelativeResize="0"/>
          <p:nvPr/>
        </p:nvPicPr>
        <p:blipFill rotWithShape="1">
          <a:blip r:embed="rId1"/>
          <a:srcRect/>
          <a:stretch>
            <a:fillRect/>
          </a:stretch>
        </p:blipFill>
        <p:spPr>
          <a:xfrm>
            <a:off x="3363470" y="4260954"/>
            <a:ext cx="3867150" cy="143827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498" name="Shape 498"/>
        <p:cNvGrpSpPr/>
        <p:nvPr/>
      </p:nvGrpSpPr>
      <p:grpSpPr>
        <a:xfrm>
          <a:off x="0" y="0"/>
          <a:ext cx="0" cy="0"/>
          <a:chOff x="0" y="0"/>
          <a:chExt cx="0" cy="0"/>
        </a:xfrm>
      </p:grpSpPr>
      <p:sp>
        <p:nvSpPr>
          <p:cNvPr id="499" name="Google Shape;499;p66"/>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p>
        </p:txBody>
      </p:sp>
      <p:sp>
        <p:nvSpPr>
          <p:cNvPr id="500" name="Google Shape;500;p66"/>
          <p:cNvSpPr txBox="1"/>
          <p:nvPr>
            <p:ph type="body" idx="1"/>
          </p:nvPr>
        </p:nvSpPr>
        <p:spPr>
          <a:xfrm>
            <a:off x="609600" y="1600206"/>
            <a:ext cx="10972800" cy="888161"/>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lnSpc>
                <a:spcPct val="100000"/>
              </a:lnSpc>
              <a:spcBef>
                <a:spcPts val="0"/>
              </a:spcBef>
              <a:spcAft>
                <a:spcPts val="0"/>
              </a:spcAft>
              <a:buClr>
                <a:schemeClr val="dk1"/>
              </a:buClr>
              <a:buSzPct val="100000"/>
              <a:buChar char="•"/>
            </a:pPr>
            <a:r>
              <a:rPr lang="en-IN" b="1"/>
              <a:t>Step – 6 :</a:t>
            </a:r>
            <a:r>
              <a:rPr lang="en-IN"/>
              <a:t>This will start the Android Studio. Meanwhile it will be finding the available SDK components .</a:t>
            </a:r>
            <a:endParaRPr lang="en-IN"/>
          </a:p>
          <a:p>
            <a:pPr marL="342900" lvl="0" indent="-154940" algn="l" rtl="0">
              <a:lnSpc>
                <a:spcPct val="100000"/>
              </a:lnSpc>
              <a:spcBef>
                <a:spcPts val="590"/>
              </a:spcBef>
              <a:spcAft>
                <a:spcPts val="0"/>
              </a:spcAft>
              <a:buClr>
                <a:schemeClr val="dk1"/>
              </a:buClr>
              <a:buSzPct val="100000"/>
              <a:buNone/>
            </a:pPr>
          </a:p>
        </p:txBody>
      </p:sp>
      <p:pic>
        <p:nvPicPr>
          <p:cNvPr id="501" name="Google Shape;501;p66" descr="https://media.geeksforgeeks.org/wp-content/uploads/as15.png"/>
          <p:cNvPicPr preferRelativeResize="0"/>
          <p:nvPr/>
        </p:nvPicPr>
        <p:blipFill rotWithShape="1">
          <a:blip r:embed="rId1"/>
          <a:srcRect/>
          <a:stretch>
            <a:fillRect/>
          </a:stretch>
        </p:blipFill>
        <p:spPr>
          <a:xfrm>
            <a:off x="485358" y="3285528"/>
            <a:ext cx="3686175" cy="2638426"/>
          </a:xfrm>
          <a:prstGeom prst="rect">
            <a:avLst/>
          </a:prstGeom>
          <a:noFill/>
          <a:ln>
            <a:noFill/>
          </a:ln>
        </p:spPr>
      </p:pic>
      <p:pic>
        <p:nvPicPr>
          <p:cNvPr id="502" name="Google Shape;502;p66" descr="https://media.geeksforgeeks.org/wp-content/uploads/as7-1.png"/>
          <p:cNvPicPr preferRelativeResize="0"/>
          <p:nvPr/>
        </p:nvPicPr>
        <p:blipFill rotWithShape="1">
          <a:blip r:embed="rId2"/>
          <a:srcRect/>
          <a:stretch>
            <a:fillRect/>
          </a:stretch>
        </p:blipFill>
        <p:spPr>
          <a:xfrm>
            <a:off x="5626985" y="3766540"/>
            <a:ext cx="4533900" cy="838201"/>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506" name="Shape 506"/>
        <p:cNvGrpSpPr/>
        <p:nvPr/>
      </p:nvGrpSpPr>
      <p:grpSpPr>
        <a:xfrm>
          <a:off x="0" y="0"/>
          <a:ext cx="0" cy="0"/>
          <a:chOff x="0" y="0"/>
          <a:chExt cx="0" cy="0"/>
        </a:xfrm>
      </p:grpSpPr>
      <p:sp>
        <p:nvSpPr>
          <p:cNvPr id="507" name="Google Shape;507;p67"/>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p>
        </p:txBody>
      </p:sp>
      <p:sp>
        <p:nvSpPr>
          <p:cNvPr id="508" name="Google Shape;508;p67"/>
          <p:cNvSpPr txBox="1"/>
          <p:nvPr>
            <p:ph type="body" idx="1"/>
          </p:nvPr>
        </p:nvSpPr>
        <p:spPr>
          <a:xfrm>
            <a:off x="609600" y="1600206"/>
            <a:ext cx="10972800" cy="1023073"/>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ts val="3200"/>
              <a:buChar char="•"/>
            </a:pPr>
            <a:r>
              <a:rPr lang="en-IN" b="1"/>
              <a:t>Step – 7:</a:t>
            </a:r>
            <a:r>
              <a:rPr lang="en-IN"/>
              <a:t>After it has found the SDK components, it will redirect to the Welcome dialog box .</a:t>
            </a:r>
            <a:endParaRPr lang="en-IN"/>
          </a:p>
          <a:p>
            <a:pPr marL="342900" lvl="0" indent="-139700" algn="l" rtl="0">
              <a:lnSpc>
                <a:spcPct val="100000"/>
              </a:lnSpc>
              <a:spcBef>
                <a:spcPts val="640"/>
              </a:spcBef>
              <a:spcAft>
                <a:spcPts val="0"/>
              </a:spcAft>
              <a:buClr>
                <a:schemeClr val="dk1"/>
              </a:buClr>
              <a:buSzPts val="3200"/>
              <a:buNone/>
            </a:pPr>
          </a:p>
        </p:txBody>
      </p:sp>
      <p:pic>
        <p:nvPicPr>
          <p:cNvPr id="509" name="Google Shape;509;p67" descr="https://media.geeksforgeeks.org/wp-content/uploads/as8.png"/>
          <p:cNvPicPr preferRelativeResize="0"/>
          <p:nvPr/>
        </p:nvPicPr>
        <p:blipFill rotWithShape="1">
          <a:blip r:embed="rId1"/>
          <a:srcRect/>
          <a:stretch>
            <a:fillRect/>
          </a:stretch>
        </p:blipFill>
        <p:spPr>
          <a:xfrm>
            <a:off x="339777" y="2469707"/>
            <a:ext cx="5757793" cy="4155946"/>
          </a:xfrm>
          <a:prstGeom prst="rect">
            <a:avLst/>
          </a:prstGeom>
          <a:noFill/>
          <a:ln>
            <a:noFill/>
          </a:ln>
        </p:spPr>
      </p:pic>
      <p:pic>
        <p:nvPicPr>
          <p:cNvPr id="510" name="Google Shape;510;p67" descr="https://media.geeksforgeeks.org/wp-content/uploads/as9.png"/>
          <p:cNvPicPr preferRelativeResize="0"/>
          <p:nvPr/>
        </p:nvPicPr>
        <p:blipFill rotWithShape="1">
          <a:blip r:embed="rId2"/>
          <a:srcRect/>
          <a:stretch>
            <a:fillRect/>
          </a:stretch>
        </p:blipFill>
        <p:spPr>
          <a:xfrm>
            <a:off x="6367393" y="2469707"/>
            <a:ext cx="5790332" cy="4164586"/>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514" name="Shape 514"/>
        <p:cNvGrpSpPr/>
        <p:nvPr/>
      </p:nvGrpSpPr>
      <p:grpSpPr>
        <a:xfrm>
          <a:off x="0" y="0"/>
          <a:ext cx="0" cy="0"/>
          <a:chOff x="0" y="0"/>
          <a:chExt cx="0" cy="0"/>
        </a:xfrm>
      </p:grpSpPr>
      <p:sp>
        <p:nvSpPr>
          <p:cNvPr id="515" name="Google Shape;515;p68"/>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p>
        </p:txBody>
      </p:sp>
      <p:sp>
        <p:nvSpPr>
          <p:cNvPr id="516" name="Google Shape;516;p68"/>
          <p:cNvSpPr txBox="1"/>
          <p:nvPr>
            <p:ph type="body" idx="1"/>
          </p:nvPr>
        </p:nvSpPr>
        <p:spPr>
          <a:xfrm>
            <a:off x="609600" y="1259174"/>
            <a:ext cx="10972800" cy="299803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a:t>Choose Standard and click on Next.</a:t>
            </a:r>
            <a:br>
              <a:rPr lang="en-IN"/>
            </a:br>
            <a:r>
              <a:rPr lang="en-IN"/>
              <a:t>Now choose the theme, whether Light theme or the Dark one .</a:t>
            </a:r>
            <a:br>
              <a:rPr lang="en-IN"/>
            </a:br>
            <a:r>
              <a:rPr lang="en-IN"/>
              <a:t>The light one is called the IntelliJ theme whereas the dark theme is called Darcula .</a:t>
            </a:r>
            <a:br>
              <a:rPr lang="en-IN"/>
            </a:br>
            <a:r>
              <a:rPr lang="en-IN"/>
              <a:t>Choose as required.</a:t>
            </a:r>
            <a:endParaRPr lang="en-IN"/>
          </a:p>
        </p:txBody>
      </p:sp>
      <p:pic>
        <p:nvPicPr>
          <p:cNvPr id="517" name="Google Shape;517;p68" descr="https://media.geeksforgeeks.org/wp-content/uploads/as10.png"/>
          <p:cNvPicPr preferRelativeResize="0"/>
          <p:nvPr/>
        </p:nvPicPr>
        <p:blipFill rotWithShape="1">
          <a:blip r:embed="rId1"/>
          <a:srcRect/>
          <a:stretch>
            <a:fillRect/>
          </a:stretch>
        </p:blipFill>
        <p:spPr>
          <a:xfrm>
            <a:off x="5162291" y="2758190"/>
            <a:ext cx="5780529" cy="4101101"/>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521" name="Shape 521"/>
        <p:cNvGrpSpPr/>
        <p:nvPr/>
      </p:nvGrpSpPr>
      <p:grpSpPr>
        <a:xfrm>
          <a:off x="0" y="0"/>
          <a:ext cx="0" cy="0"/>
          <a:chOff x="0" y="0"/>
          <a:chExt cx="0" cy="0"/>
        </a:xfrm>
      </p:grpSpPr>
      <p:sp>
        <p:nvSpPr>
          <p:cNvPr id="522" name="Google Shape;522;p69"/>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p>
        </p:txBody>
      </p:sp>
      <p:sp>
        <p:nvSpPr>
          <p:cNvPr id="523" name="Google Shape;523;p69"/>
          <p:cNvSpPr txBox="1"/>
          <p:nvPr>
            <p:ph type="body" idx="1"/>
          </p:nvPr>
        </p:nvSpPr>
        <p:spPr>
          <a:xfrm>
            <a:off x="609600" y="1600207"/>
            <a:ext cx="10972800" cy="79822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Step – 8 :</a:t>
            </a:r>
            <a:r>
              <a:rPr lang="en-IN"/>
              <a:t>Now it is time to download the SDK components .</a:t>
            </a:r>
            <a:endParaRPr lang="en-IN"/>
          </a:p>
          <a:p>
            <a:pPr marL="342900" lvl="0" indent="-139700" algn="l" rtl="0">
              <a:lnSpc>
                <a:spcPct val="100000"/>
              </a:lnSpc>
              <a:spcBef>
                <a:spcPts val="640"/>
              </a:spcBef>
              <a:spcAft>
                <a:spcPts val="0"/>
              </a:spcAft>
              <a:buClr>
                <a:schemeClr val="dk1"/>
              </a:buClr>
              <a:buSzPts val="3200"/>
              <a:buNone/>
            </a:pPr>
          </a:p>
        </p:txBody>
      </p:sp>
      <p:pic>
        <p:nvPicPr>
          <p:cNvPr id="524" name="Google Shape;524;p69" descr="https://media.geeksforgeeks.org/wp-content/uploads/as11.png"/>
          <p:cNvPicPr preferRelativeResize="0"/>
          <p:nvPr/>
        </p:nvPicPr>
        <p:blipFill rotWithShape="1">
          <a:blip r:embed="rId1"/>
          <a:srcRect/>
          <a:stretch>
            <a:fillRect/>
          </a:stretch>
        </p:blipFill>
        <p:spPr>
          <a:xfrm>
            <a:off x="245517" y="2203555"/>
            <a:ext cx="7248525" cy="4276726"/>
          </a:xfrm>
          <a:prstGeom prst="rect">
            <a:avLst/>
          </a:prstGeom>
          <a:noFill/>
          <a:ln>
            <a:noFill/>
          </a:ln>
        </p:spPr>
      </p:pic>
      <p:pic>
        <p:nvPicPr>
          <p:cNvPr id="525" name="Google Shape;525;p69" descr="https://media.geeksforgeeks.org/wp-content/uploads/as12.png"/>
          <p:cNvPicPr preferRelativeResize="0"/>
          <p:nvPr/>
        </p:nvPicPr>
        <p:blipFill rotWithShape="1">
          <a:blip r:embed="rId2"/>
          <a:srcRect/>
          <a:stretch>
            <a:fillRect/>
          </a:stretch>
        </p:blipFill>
        <p:spPr>
          <a:xfrm>
            <a:off x="7658100" y="2767637"/>
            <a:ext cx="4533900" cy="2743201"/>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530" name="Shape 530"/>
        <p:cNvGrpSpPr/>
        <p:nvPr/>
      </p:nvGrpSpPr>
      <p:grpSpPr>
        <a:xfrm>
          <a:off x="0" y="0"/>
          <a:ext cx="0" cy="0"/>
          <a:chOff x="0" y="0"/>
          <a:chExt cx="0" cy="0"/>
        </a:xfrm>
      </p:grpSpPr>
      <p:sp>
        <p:nvSpPr>
          <p:cNvPr id="531" name="Google Shape;531;g31ec619caae_0_0"/>
          <p:cNvSpPr txBox="1"/>
          <p:nvPr>
            <p:ph type="title"/>
          </p:nvPr>
        </p:nvSpPr>
        <p:spPr>
          <a:xfrm>
            <a:off x="609600" y="274641"/>
            <a:ext cx="109728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p>
        </p:txBody>
      </p:sp>
      <p:sp>
        <p:nvSpPr>
          <p:cNvPr id="532" name="Google Shape;532;g31ec619caae_0_0"/>
          <p:cNvSpPr txBox="1"/>
          <p:nvPr>
            <p:ph type="body" idx="1"/>
          </p:nvPr>
        </p:nvSpPr>
        <p:spPr>
          <a:xfrm>
            <a:off x="609600" y="1600206"/>
            <a:ext cx="109728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r>
              <a:rPr lang="en-IN"/>
              <a:t>C:\Users\Misha Patel\AppData\Local\Android\Sdk</a:t>
            </a:r>
            <a:endParaRPr lang="en-I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536" name="Shape 536"/>
        <p:cNvGrpSpPr/>
        <p:nvPr/>
      </p:nvGrpSpPr>
      <p:grpSpPr>
        <a:xfrm>
          <a:off x="0" y="0"/>
          <a:ext cx="0" cy="0"/>
          <a:chOff x="0" y="0"/>
          <a:chExt cx="0" cy="0"/>
        </a:xfrm>
      </p:grpSpPr>
      <p:sp>
        <p:nvSpPr>
          <p:cNvPr id="537" name="Google Shape;537;p70"/>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p>
        </p:txBody>
      </p:sp>
      <p:sp>
        <p:nvSpPr>
          <p:cNvPr id="538" name="Google Shape;538;p70"/>
          <p:cNvSpPr txBox="1"/>
          <p:nvPr>
            <p:ph type="body" idx="1"/>
          </p:nvPr>
        </p:nvSpPr>
        <p:spPr>
          <a:xfrm>
            <a:off x="609600" y="1600207"/>
            <a:ext cx="10972800" cy="75325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a:t>It has started downloading the components</a:t>
            </a:r>
            <a:endParaRPr lang="en-IN"/>
          </a:p>
        </p:txBody>
      </p:sp>
      <p:pic>
        <p:nvPicPr>
          <p:cNvPr id="539" name="Google Shape;539;p70" descr="https://media.geeksforgeeks.org/wp-content/uploads/as13.png"/>
          <p:cNvPicPr preferRelativeResize="0"/>
          <p:nvPr/>
        </p:nvPicPr>
        <p:blipFill rotWithShape="1">
          <a:blip r:embed="rId1"/>
          <a:srcRect/>
          <a:stretch>
            <a:fillRect/>
          </a:stretch>
        </p:blipFill>
        <p:spPr>
          <a:xfrm>
            <a:off x="2149267" y="2217464"/>
            <a:ext cx="6440097" cy="464053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543" name="Shape 543"/>
        <p:cNvGrpSpPr/>
        <p:nvPr/>
      </p:nvGrpSpPr>
      <p:grpSpPr>
        <a:xfrm>
          <a:off x="0" y="0"/>
          <a:ext cx="0" cy="0"/>
          <a:chOff x="0" y="0"/>
          <a:chExt cx="0" cy="0"/>
        </a:xfrm>
      </p:grpSpPr>
      <p:sp>
        <p:nvSpPr>
          <p:cNvPr id="544" name="Google Shape;544;p71"/>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p>
        </p:txBody>
      </p:sp>
      <p:sp>
        <p:nvSpPr>
          <p:cNvPr id="545" name="Google Shape;545;p71"/>
          <p:cNvSpPr txBox="1"/>
          <p:nvPr>
            <p:ph type="body" idx="1"/>
          </p:nvPr>
        </p:nvSpPr>
        <p:spPr>
          <a:xfrm>
            <a:off x="609600" y="1600206"/>
            <a:ext cx="10972800" cy="1217945"/>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Step – 9 :</a:t>
            </a:r>
            <a:r>
              <a:rPr lang="en-IN" i="1"/>
              <a:t>Click on ‘Start new android project’ to build a new app.</a:t>
            </a:r>
            <a:endParaRPr lang="en-IN" i="1"/>
          </a:p>
          <a:p>
            <a:pPr marL="342900" lvl="0" indent="-139700" algn="l" rtl="0">
              <a:lnSpc>
                <a:spcPct val="100000"/>
              </a:lnSpc>
              <a:spcBef>
                <a:spcPts val="640"/>
              </a:spcBef>
              <a:spcAft>
                <a:spcPts val="0"/>
              </a:spcAft>
              <a:buClr>
                <a:schemeClr val="dk1"/>
              </a:buClr>
              <a:buSzPts val="3200"/>
              <a:buNone/>
            </a:pPr>
          </a:p>
        </p:txBody>
      </p:sp>
      <p:pic>
        <p:nvPicPr>
          <p:cNvPr id="546" name="Google Shape;546;p71" descr="https://media.geeksforgeeks.org/wp-content/uploads/as14.png"/>
          <p:cNvPicPr preferRelativeResize="0"/>
          <p:nvPr/>
        </p:nvPicPr>
        <p:blipFill rotWithShape="1">
          <a:blip r:embed="rId1"/>
          <a:srcRect/>
          <a:stretch>
            <a:fillRect/>
          </a:stretch>
        </p:blipFill>
        <p:spPr>
          <a:xfrm>
            <a:off x="2643942" y="2463644"/>
            <a:ext cx="6296025" cy="418147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550" name="Shape 550"/>
        <p:cNvGrpSpPr/>
        <p:nvPr/>
      </p:nvGrpSpPr>
      <p:grpSpPr>
        <a:xfrm>
          <a:off x="0" y="0"/>
          <a:ext cx="0" cy="0"/>
          <a:chOff x="0" y="0"/>
          <a:chExt cx="0" cy="0"/>
        </a:xfrm>
      </p:grpSpPr>
      <p:sp>
        <p:nvSpPr>
          <p:cNvPr id="551" name="Google Shape;551;p72"/>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Exploring Android SDK</a:t>
            </a:r>
            <a:endParaRPr lang="en-IN" b="1"/>
          </a:p>
        </p:txBody>
      </p:sp>
      <p:sp>
        <p:nvSpPr>
          <p:cNvPr id="552" name="Google Shape;552;p72"/>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Android SDK is a software development kit developed by Google for the Android platform.</a:t>
            </a:r>
            <a:endParaRPr lang="en-IN" b="1"/>
          </a:p>
          <a:p>
            <a:pPr marL="342900" lvl="0" indent="-342900" algn="l" rtl="0">
              <a:lnSpc>
                <a:spcPct val="100000"/>
              </a:lnSpc>
              <a:spcBef>
                <a:spcPts val="640"/>
              </a:spcBef>
              <a:spcAft>
                <a:spcPts val="0"/>
              </a:spcAft>
              <a:buClr>
                <a:schemeClr val="dk1"/>
              </a:buClr>
              <a:buSzPts val="3200"/>
              <a:buChar char="•"/>
            </a:pPr>
            <a:r>
              <a:rPr lang="en-IN" b="1"/>
              <a:t>Android SDK comes bundled with Android Studio, Google's official integrated development environment (IDE) for the Android operating system</a:t>
            </a:r>
            <a:endParaRPr b="1"/>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556" name="Shape 556"/>
        <p:cNvGrpSpPr/>
        <p:nvPr/>
      </p:nvGrpSpPr>
      <p:grpSpPr>
        <a:xfrm>
          <a:off x="0" y="0"/>
          <a:ext cx="0" cy="0"/>
          <a:chOff x="0" y="0"/>
          <a:chExt cx="0" cy="0"/>
        </a:xfrm>
      </p:grpSpPr>
      <p:sp>
        <p:nvSpPr>
          <p:cNvPr id="557" name="Google Shape;557;p73"/>
          <p:cNvSpPr txBox="1"/>
          <p:nvPr>
            <p:ph type="title"/>
          </p:nvPr>
        </p:nvSpPr>
        <p:spPr>
          <a:xfrm>
            <a:off x="609600" y="260036"/>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What Is the Android SDK?</a:t>
            </a:r>
            <a:br>
              <a:rPr lang="en-IN" b="1"/>
            </a:br>
            <a:endParaRPr lang="en-IN" b="1"/>
          </a:p>
        </p:txBody>
      </p:sp>
      <p:sp>
        <p:nvSpPr>
          <p:cNvPr id="558" name="Google Shape;558;p73"/>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lnSpc>
                <a:spcPct val="100000"/>
              </a:lnSpc>
              <a:spcBef>
                <a:spcPts val="0"/>
              </a:spcBef>
              <a:spcAft>
                <a:spcPts val="0"/>
              </a:spcAft>
              <a:buClr>
                <a:schemeClr val="dk1"/>
              </a:buClr>
              <a:buSzPct val="100000"/>
              <a:buChar char="•"/>
            </a:pPr>
            <a:r>
              <a:rPr lang="en-IN" b="1"/>
              <a:t>The Android SDK is a </a:t>
            </a:r>
            <a:r>
              <a:rPr lang="en-IN" b="1">
                <a:solidFill>
                  <a:srgbClr val="FF0000"/>
                </a:solidFill>
              </a:rPr>
              <a:t>collection of software development tools and libraries required</a:t>
            </a:r>
            <a:r>
              <a:rPr lang="en-IN" b="1"/>
              <a:t> to develop Android applications. </a:t>
            </a:r>
            <a:endParaRPr lang="en-IN" b="1"/>
          </a:p>
          <a:p>
            <a:pPr marL="342900" lvl="0" indent="-342900" algn="l" rtl="0">
              <a:lnSpc>
                <a:spcPct val="100000"/>
              </a:lnSpc>
              <a:spcBef>
                <a:spcPts val="590"/>
              </a:spcBef>
              <a:spcAft>
                <a:spcPts val="0"/>
              </a:spcAft>
              <a:buClr>
                <a:schemeClr val="dk1"/>
              </a:buClr>
              <a:buSzPct val="100000"/>
              <a:buChar char="•"/>
            </a:pPr>
            <a:r>
              <a:rPr lang="en-IN" b="1"/>
              <a:t>Every time Google releases a new version of Android or an update, a corresponding SDK is also released which developers must download and install.</a:t>
            </a:r>
            <a:endParaRPr lang="en-IN" b="1"/>
          </a:p>
          <a:p>
            <a:pPr marL="342900" lvl="0" indent="-342900" algn="l" rtl="0">
              <a:lnSpc>
                <a:spcPct val="100000"/>
              </a:lnSpc>
              <a:spcBef>
                <a:spcPts val="590"/>
              </a:spcBef>
              <a:spcAft>
                <a:spcPts val="0"/>
              </a:spcAft>
              <a:buClr>
                <a:schemeClr val="dk1"/>
              </a:buClr>
              <a:buSzPct val="100000"/>
              <a:buChar char="•"/>
            </a:pPr>
            <a:r>
              <a:rPr lang="en-IN" b="1"/>
              <a:t>The Android SDK comprises all the tools necessary to code programs from scratch and even test them. These tools provide a smooth flow of the development process from developing and debugging, through to packaging. </a:t>
            </a:r>
            <a:endParaRPr lang="en-IN" b="1"/>
          </a:p>
          <a:p>
            <a:pPr marL="342900" lvl="0" indent="-342900" algn="l" rtl="0">
              <a:lnSpc>
                <a:spcPct val="100000"/>
              </a:lnSpc>
              <a:spcBef>
                <a:spcPts val="590"/>
              </a:spcBef>
              <a:spcAft>
                <a:spcPts val="0"/>
              </a:spcAft>
              <a:buClr>
                <a:schemeClr val="dk1"/>
              </a:buClr>
              <a:buSzPct val="100000"/>
              <a:buChar char="•"/>
            </a:pPr>
            <a:r>
              <a:rPr lang="en-IN" b="1"/>
              <a:t>The Android SDK is compatible with </a:t>
            </a:r>
            <a:r>
              <a:rPr lang="en-IN" b="1">
                <a:solidFill>
                  <a:srgbClr val="FF0000"/>
                </a:solidFill>
              </a:rPr>
              <a:t>Windows, macOS, and Linux</a:t>
            </a:r>
            <a:r>
              <a:rPr lang="en-IN" b="1"/>
              <a:t>, so you can develop on any of those platforms.</a:t>
            </a:r>
            <a:endParaRPr lang="en-IN" b="1"/>
          </a:p>
          <a:p>
            <a:pPr marL="0" lvl="0" indent="0" algn="l" rtl="0">
              <a:lnSpc>
                <a:spcPct val="100000"/>
              </a:lnSpc>
              <a:spcBef>
                <a:spcPts val="590"/>
              </a:spcBef>
              <a:spcAft>
                <a:spcPts val="0"/>
              </a:spcAft>
              <a:buClr>
                <a:schemeClr val="dk1"/>
              </a:buClr>
              <a:buSzPct val="100000"/>
              <a:buNone/>
            </a:pPr>
            <a:endParaRPr b="1"/>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562" name="Shape 562"/>
        <p:cNvGrpSpPr/>
        <p:nvPr/>
      </p:nvGrpSpPr>
      <p:grpSpPr>
        <a:xfrm>
          <a:off x="0" y="0"/>
          <a:ext cx="0" cy="0"/>
          <a:chOff x="0" y="0"/>
          <a:chExt cx="0" cy="0"/>
        </a:xfrm>
      </p:grpSpPr>
      <p:sp>
        <p:nvSpPr>
          <p:cNvPr id="563" name="Google Shape;563;p74"/>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SDK</a:t>
            </a:r>
            <a:endParaRPr lang="en-IN" b="1"/>
          </a:p>
        </p:txBody>
      </p:sp>
      <p:sp>
        <p:nvSpPr>
          <p:cNvPr id="564" name="Google Shape;564;p74"/>
          <p:cNvSpPr txBox="1"/>
          <p:nvPr>
            <p:ph type="body" idx="1"/>
          </p:nvPr>
        </p:nvSpPr>
        <p:spPr>
          <a:xfrm>
            <a:off x="609600" y="1600206"/>
            <a:ext cx="10972800" cy="693289"/>
          </a:xfrm>
          <a:prstGeom prst="rect">
            <a:avLst/>
          </a:prstGeom>
          <a:noFill/>
          <a:ln>
            <a:noFill/>
          </a:ln>
        </p:spPr>
        <p:txBody>
          <a:bodyPr spcFirstLastPara="1" wrap="square" lIns="91425" tIns="45700" rIns="91425" bIns="45700" anchor="t" anchorCtr="0">
            <a:normAutofit/>
          </a:bodyPr>
          <a:lstStyle/>
          <a:p>
            <a:pPr marL="342900" lvl="0" indent="-139700" algn="l" rtl="0">
              <a:lnSpc>
                <a:spcPct val="100000"/>
              </a:lnSpc>
              <a:spcBef>
                <a:spcPts val="0"/>
              </a:spcBef>
              <a:spcAft>
                <a:spcPts val="0"/>
              </a:spcAft>
              <a:buClr>
                <a:schemeClr val="dk1"/>
              </a:buClr>
              <a:buSzPts val="3200"/>
              <a:buNone/>
            </a:pPr>
          </a:p>
        </p:txBody>
      </p:sp>
      <p:pic>
        <p:nvPicPr>
          <p:cNvPr id="565" name="Google Shape;565;p74" descr="Android SDK"/>
          <p:cNvPicPr preferRelativeResize="0"/>
          <p:nvPr/>
        </p:nvPicPr>
        <p:blipFill rotWithShape="1">
          <a:blip r:embed="rId1"/>
          <a:srcRect/>
          <a:stretch>
            <a:fillRect/>
          </a:stretch>
        </p:blipFill>
        <p:spPr>
          <a:xfrm>
            <a:off x="1074294" y="1177799"/>
            <a:ext cx="9733613" cy="5553886"/>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569" name="Shape 569"/>
        <p:cNvGrpSpPr/>
        <p:nvPr/>
      </p:nvGrpSpPr>
      <p:grpSpPr>
        <a:xfrm>
          <a:off x="0" y="0"/>
          <a:ext cx="0" cy="0"/>
          <a:chOff x="0" y="0"/>
          <a:chExt cx="0" cy="0"/>
        </a:xfrm>
      </p:grpSpPr>
      <p:sp>
        <p:nvSpPr>
          <p:cNvPr id="570" name="Google Shape;570;p75"/>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How to Install the Android SDK?</a:t>
            </a:r>
            <a:endParaRPr lang="en-IN" b="1"/>
          </a:p>
        </p:txBody>
      </p:sp>
      <p:sp>
        <p:nvSpPr>
          <p:cNvPr id="571" name="Google Shape;571;p75"/>
          <p:cNvSpPr txBox="1"/>
          <p:nvPr>
            <p:ph type="body" idx="1"/>
          </p:nvPr>
        </p:nvSpPr>
        <p:spPr>
          <a:xfrm>
            <a:off x="609600" y="1214203"/>
            <a:ext cx="10972800" cy="262328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a:t>To install the Android SDK from within Android Studio, first start Android Studio.</a:t>
            </a:r>
            <a:endParaRPr lang="en-IN"/>
          </a:p>
          <a:p>
            <a:pPr marL="342900" lvl="0" indent="-342900" algn="l" rtl="0">
              <a:lnSpc>
                <a:spcPct val="100000"/>
              </a:lnSpc>
              <a:spcBef>
                <a:spcPts val="640"/>
              </a:spcBef>
              <a:spcAft>
                <a:spcPts val="0"/>
              </a:spcAft>
              <a:buClr>
                <a:schemeClr val="dk1"/>
              </a:buClr>
              <a:buSzPts val="3200"/>
              <a:buChar char="•"/>
            </a:pPr>
            <a:r>
              <a:rPr lang="en-IN"/>
              <a:t>From the Android Studio start page, select </a:t>
            </a:r>
            <a:r>
              <a:rPr lang="en-IN" b="1"/>
              <a:t>Configure &gt; SDK Manager.</a:t>
            </a:r>
            <a:endParaRPr lang="en-IN" b="1"/>
          </a:p>
          <a:p>
            <a:pPr marL="342900" lvl="0" indent="-139700" algn="l" rtl="0">
              <a:lnSpc>
                <a:spcPct val="100000"/>
              </a:lnSpc>
              <a:spcBef>
                <a:spcPts val="640"/>
              </a:spcBef>
              <a:spcAft>
                <a:spcPts val="0"/>
              </a:spcAft>
              <a:buClr>
                <a:schemeClr val="dk1"/>
              </a:buClr>
              <a:buSzPts val="3200"/>
              <a:buNone/>
            </a:pPr>
          </a:p>
        </p:txBody>
      </p:sp>
      <p:pic>
        <p:nvPicPr>
          <p:cNvPr id="572" name="Google Shape;572;p75" descr="Configure SDK"/>
          <p:cNvPicPr preferRelativeResize="0"/>
          <p:nvPr/>
        </p:nvPicPr>
        <p:blipFill rotWithShape="1">
          <a:blip r:embed="rId1"/>
          <a:srcRect/>
          <a:stretch>
            <a:fillRect/>
          </a:stretch>
        </p:blipFill>
        <p:spPr>
          <a:xfrm>
            <a:off x="3198577" y="2746635"/>
            <a:ext cx="6593699" cy="411136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576" name="Shape 576"/>
        <p:cNvGrpSpPr/>
        <p:nvPr/>
      </p:nvGrpSpPr>
      <p:grpSpPr>
        <a:xfrm>
          <a:off x="0" y="0"/>
          <a:ext cx="0" cy="0"/>
          <a:chOff x="0" y="0"/>
          <a:chExt cx="0" cy="0"/>
        </a:xfrm>
      </p:grpSpPr>
      <p:sp>
        <p:nvSpPr>
          <p:cNvPr id="577" name="Google Shape;577;p76"/>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p>
        </p:txBody>
      </p:sp>
      <p:sp>
        <p:nvSpPr>
          <p:cNvPr id="578" name="Google Shape;578;p76"/>
          <p:cNvSpPr txBox="1"/>
          <p:nvPr>
            <p:ph type="body" idx="1"/>
          </p:nvPr>
        </p:nvSpPr>
        <p:spPr>
          <a:xfrm>
            <a:off x="384747" y="1417641"/>
            <a:ext cx="10972800" cy="1340549"/>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If you already have Android Studio open, the SDK Manager icon is found on the top right corner, as shown below.</a:t>
            </a:r>
            <a:endParaRPr lang="en-IN" b="1"/>
          </a:p>
          <a:p>
            <a:pPr marL="342900" lvl="0" indent="-139700" algn="l" rtl="0">
              <a:lnSpc>
                <a:spcPct val="100000"/>
              </a:lnSpc>
              <a:spcBef>
                <a:spcPts val="640"/>
              </a:spcBef>
              <a:spcAft>
                <a:spcPts val="0"/>
              </a:spcAft>
              <a:buClr>
                <a:schemeClr val="dk1"/>
              </a:buClr>
              <a:buSzPts val="3200"/>
              <a:buNone/>
            </a:pPr>
            <a:endParaRPr b="1"/>
          </a:p>
        </p:txBody>
      </p:sp>
      <p:pic>
        <p:nvPicPr>
          <p:cNvPr id="579" name="Google Shape;579;p76" descr="SDK Manager icon"/>
          <p:cNvPicPr preferRelativeResize="0"/>
          <p:nvPr/>
        </p:nvPicPr>
        <p:blipFill rotWithShape="1">
          <a:blip r:embed="rId1"/>
          <a:srcRect/>
          <a:stretch>
            <a:fillRect/>
          </a:stretch>
        </p:blipFill>
        <p:spPr>
          <a:xfrm>
            <a:off x="1174907" y="3223587"/>
            <a:ext cx="8096250" cy="1943101"/>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583" name="Shape 583"/>
        <p:cNvGrpSpPr/>
        <p:nvPr/>
      </p:nvGrpSpPr>
      <p:grpSpPr>
        <a:xfrm>
          <a:off x="0" y="0"/>
          <a:ext cx="0" cy="0"/>
          <a:chOff x="0" y="0"/>
          <a:chExt cx="0" cy="0"/>
        </a:xfrm>
      </p:grpSpPr>
      <p:sp>
        <p:nvSpPr>
          <p:cNvPr id="584" name="Google Shape;584;p77"/>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Components of the Android SDK</a:t>
            </a:r>
            <a:endParaRPr lang="en-IN" b="1"/>
          </a:p>
        </p:txBody>
      </p:sp>
      <p:sp>
        <p:nvSpPr>
          <p:cNvPr id="585" name="Google Shape;585;p77"/>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The Android SDK consists of </a:t>
            </a:r>
            <a:r>
              <a:rPr lang="en-IN" b="1">
                <a:solidFill>
                  <a:srgbClr val="FF0000"/>
                </a:solidFill>
              </a:rPr>
              <a:t>an emulator, development tools, sample projects with source code, Google API, and the required libraries </a:t>
            </a:r>
            <a:r>
              <a:rPr lang="en-IN" b="1"/>
              <a:t>to build Android applications</a:t>
            </a:r>
            <a:endParaRPr b="1"/>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589" name="Shape 589"/>
        <p:cNvGrpSpPr/>
        <p:nvPr/>
      </p:nvGrpSpPr>
      <p:grpSpPr>
        <a:xfrm>
          <a:off x="0" y="0"/>
          <a:ext cx="0" cy="0"/>
          <a:chOff x="0" y="0"/>
          <a:chExt cx="0" cy="0"/>
        </a:xfrm>
      </p:grpSpPr>
      <p:sp>
        <p:nvSpPr>
          <p:cNvPr id="590" name="Google Shape;590;p78"/>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SDK Platform</a:t>
            </a:r>
            <a:endParaRPr lang="en-IN" b="1"/>
          </a:p>
        </p:txBody>
      </p:sp>
      <p:sp>
        <p:nvSpPr>
          <p:cNvPr id="591" name="Google Shape;591;p78"/>
          <p:cNvSpPr txBox="1"/>
          <p:nvPr>
            <p:ph type="body" idx="1"/>
          </p:nvPr>
        </p:nvSpPr>
        <p:spPr>
          <a:xfrm>
            <a:off x="609600" y="1600206"/>
            <a:ext cx="10972800" cy="4819255"/>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Provided in the </a:t>
            </a:r>
            <a:r>
              <a:rPr lang="en-IN" b="1">
                <a:solidFill>
                  <a:srgbClr val="FF0000"/>
                </a:solidFill>
              </a:rPr>
              <a:t>android.jar </a:t>
            </a:r>
            <a:r>
              <a:rPr lang="en-IN" b="1"/>
              <a:t>file that made up of several important packages.</a:t>
            </a:r>
            <a:endParaRPr lang="en-IN" b="1"/>
          </a:p>
          <a:p>
            <a:pPr marL="0" lvl="0" indent="0" algn="l" rtl="0">
              <a:lnSpc>
                <a:spcPct val="100000"/>
              </a:lnSpc>
              <a:spcBef>
                <a:spcPts val="640"/>
              </a:spcBef>
              <a:spcAft>
                <a:spcPts val="0"/>
              </a:spcAft>
              <a:buClr>
                <a:schemeClr val="dk1"/>
              </a:buClr>
              <a:buSzPts val="3200"/>
              <a:buNone/>
            </a:pPr>
            <a:endParaRPr b="1"/>
          </a:p>
        </p:txBody>
      </p:sp>
      <p:graphicFrame>
        <p:nvGraphicFramePr>
          <p:cNvPr id="592" name="Google Shape;592;p78"/>
          <p:cNvGraphicFramePr/>
          <p:nvPr/>
        </p:nvGraphicFramePr>
        <p:xfrm>
          <a:off x="865673" y="2677886"/>
          <a:ext cx="9631275" cy="3357575"/>
        </p:xfrm>
        <a:graphic>
          <a:graphicData uri="http://schemas.openxmlformats.org/drawingml/2006/table">
            <a:tbl>
              <a:tblPr firstRow="1" bandRow="1">
                <a:noFill/>
                <a:tableStyleId>{AB6C2BF8-A365-41E3-8BF2-7C6BEDF17DC6}</a:tableStyleId>
              </a:tblPr>
              <a:tblGrid>
                <a:gridCol w="5243150"/>
                <a:gridCol w="4388125"/>
              </a:tblGrid>
              <a:tr h="36927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Top-Level Package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Description</a:t>
                      </a:r>
                      <a:endParaRPr sz="1400" u="none" strike="noStrike" cap="none"/>
                    </a:p>
                  </a:txBody>
                  <a:tcPr marL="91450" marR="91450" marT="45725" marB="45725"/>
                </a:tc>
              </a:tr>
              <a:tr h="36927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android.*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Android application fundamentals</a:t>
                      </a:r>
                      <a:endParaRPr sz="1400" u="none" strike="noStrike" cap="none"/>
                    </a:p>
                  </a:txBody>
                  <a:tcPr marL="91450" marR="91450" marT="45725" marB="45725"/>
                </a:tc>
              </a:tr>
              <a:tr h="4464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dalvik.*</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Dalvik Virtual machine support fundamentals</a:t>
                      </a:r>
                      <a:endParaRPr sz="1400" u="none" strike="noStrike" cap="none"/>
                    </a:p>
                  </a:txBody>
                  <a:tcPr marL="91450" marR="91450" marT="45725" marB="45725"/>
                </a:tc>
              </a:tr>
              <a:tr h="69547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java.*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Core java classes and generic utilities for networking, security, math and so on</a:t>
                      </a:r>
                      <a:endParaRPr sz="1400" u="none" strike="noStrike" cap="none"/>
                    </a:p>
                  </a:txBody>
                  <a:tcPr marL="91450" marR="91450" marT="45725" marB="45725"/>
                </a:tc>
              </a:tr>
              <a:tr h="36927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javax.*</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Encryption support</a:t>
                      </a:r>
                      <a:endParaRPr sz="1400" u="none" strike="noStrike" cap="none"/>
                    </a:p>
                  </a:txBody>
                  <a:tcPr marL="91450" marR="91450" marT="45725" marB="45725"/>
                </a:tc>
              </a:tr>
              <a:tr h="36927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junit.*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Unit-Testing support</a:t>
                      </a:r>
                      <a:endParaRPr sz="1400" u="none" strike="noStrike" cap="none"/>
                    </a:p>
                  </a:txBody>
                  <a:tcPr marL="91450" marR="91450" marT="45725" marB="45725"/>
                </a:tc>
              </a:tr>
              <a:tr h="36927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org.apache.http.*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HTTP Protocol support</a:t>
                      </a:r>
                      <a:endParaRPr sz="1400" u="none" strike="noStrike" cap="none"/>
                    </a:p>
                  </a:txBody>
                  <a:tcPr marL="91450" marR="91450" marT="45725" marB="45725"/>
                </a:tc>
              </a:tr>
              <a:tr h="36927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org.json</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JavaScript Object Notation Support</a:t>
                      </a:r>
                      <a:endParaRPr sz="1400" u="none" strike="noStrike" cap="none"/>
                    </a:p>
                  </a:txBody>
                  <a:tcPr marL="91450" marR="91450" marT="45725" marB="45725"/>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596" name="Shape 596"/>
        <p:cNvGrpSpPr/>
        <p:nvPr/>
      </p:nvGrpSpPr>
      <p:grpSpPr>
        <a:xfrm>
          <a:off x="0" y="0"/>
          <a:ext cx="0" cy="0"/>
          <a:chOff x="0" y="0"/>
          <a:chExt cx="0" cy="0"/>
        </a:xfrm>
      </p:grpSpPr>
      <p:sp>
        <p:nvSpPr>
          <p:cNvPr id="597" name="Google Shape;597;p79"/>
          <p:cNvSpPr txBox="1"/>
          <p:nvPr>
            <p:ph type="title"/>
          </p:nvPr>
        </p:nvSpPr>
        <p:spPr>
          <a:xfrm>
            <a:off x="609600" y="274641"/>
            <a:ext cx="9560767"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Few Popular Third-Party Android APIs</a:t>
            </a:r>
            <a:endParaRPr lang="en-IN" b="1"/>
          </a:p>
        </p:txBody>
      </p:sp>
      <p:sp>
        <p:nvSpPr>
          <p:cNvPr id="598" name="Google Shape;598;p79"/>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lnSpc>
                <a:spcPct val="100000"/>
              </a:lnSpc>
              <a:spcBef>
                <a:spcPts val="0"/>
              </a:spcBef>
              <a:spcAft>
                <a:spcPts val="0"/>
              </a:spcAft>
              <a:buClr>
                <a:schemeClr val="dk1"/>
              </a:buClr>
              <a:buSzPct val="100000"/>
              <a:buChar char="•"/>
            </a:pPr>
            <a:r>
              <a:rPr lang="en-IN" b="1"/>
              <a:t>Com.google.android.gms.ads.*  = Google Mobile Ads SDK Package.</a:t>
            </a:r>
            <a:endParaRPr lang="en-IN" b="1"/>
          </a:p>
          <a:p>
            <a:pPr marL="342900" lvl="0" indent="-342900" algn="l" rtl="0">
              <a:lnSpc>
                <a:spcPct val="100000"/>
              </a:lnSpc>
              <a:spcBef>
                <a:spcPts val="545"/>
              </a:spcBef>
              <a:spcAft>
                <a:spcPts val="0"/>
              </a:spcAft>
              <a:buClr>
                <a:schemeClr val="dk1"/>
              </a:buClr>
              <a:buSzPct val="100000"/>
              <a:buChar char="•"/>
            </a:pPr>
            <a:r>
              <a:rPr lang="en-IN" b="1"/>
              <a:t>Com.google.android.gms.analytics.* = Google Analytics SDK for Android Package.</a:t>
            </a:r>
            <a:endParaRPr lang="en-IN" b="1"/>
          </a:p>
          <a:p>
            <a:pPr marL="342900" lvl="0" indent="-342900" algn="l" rtl="0">
              <a:lnSpc>
                <a:spcPct val="100000"/>
              </a:lnSpc>
              <a:spcBef>
                <a:spcPts val="545"/>
              </a:spcBef>
              <a:spcAft>
                <a:spcPts val="0"/>
              </a:spcAft>
              <a:buClr>
                <a:schemeClr val="dk1"/>
              </a:buClr>
              <a:buSzPct val="100000"/>
              <a:buChar char="•"/>
            </a:pPr>
            <a:r>
              <a:rPr lang="en-IN" b="1"/>
              <a:t>Com.google.android.gms.gcm = Google Cloud Messaging for Android.</a:t>
            </a:r>
            <a:endParaRPr lang="en-IN" b="1"/>
          </a:p>
          <a:p>
            <a:pPr marL="342900" lvl="0" indent="-342900" algn="l" rtl="0">
              <a:lnSpc>
                <a:spcPct val="100000"/>
              </a:lnSpc>
              <a:spcBef>
                <a:spcPts val="545"/>
              </a:spcBef>
              <a:spcAft>
                <a:spcPts val="0"/>
              </a:spcAft>
              <a:buClr>
                <a:schemeClr val="dk1"/>
              </a:buClr>
              <a:buSzPct val="100000"/>
              <a:buChar char="•"/>
            </a:pPr>
            <a:r>
              <a:rPr lang="en-IN" b="1"/>
              <a:t>Com.google.android.gms.appindexing = Google App Indexing Package.</a:t>
            </a:r>
            <a:endParaRPr lang="en-IN" b="1"/>
          </a:p>
          <a:p>
            <a:pPr marL="342900" lvl="0" indent="-342900" algn="l" rtl="0">
              <a:lnSpc>
                <a:spcPct val="100000"/>
              </a:lnSpc>
              <a:spcBef>
                <a:spcPts val="545"/>
              </a:spcBef>
              <a:spcAft>
                <a:spcPts val="0"/>
              </a:spcAft>
              <a:buClr>
                <a:schemeClr val="dk1"/>
              </a:buClr>
              <a:buSzPct val="100000"/>
              <a:buChar char="•"/>
            </a:pPr>
            <a:r>
              <a:rPr lang="en-IN" b="1"/>
              <a:t>Com.google.android.gms.appinvite = Google App Invites Package</a:t>
            </a:r>
            <a:endParaRPr lang="en-IN" b="1"/>
          </a:p>
          <a:p>
            <a:pPr marL="342900" lvl="0" indent="-342900" algn="l" rtl="0">
              <a:lnSpc>
                <a:spcPct val="100000"/>
              </a:lnSpc>
              <a:spcBef>
                <a:spcPts val="545"/>
              </a:spcBef>
              <a:spcAft>
                <a:spcPts val="0"/>
              </a:spcAft>
              <a:buClr>
                <a:schemeClr val="dk1"/>
              </a:buClr>
              <a:buSzPct val="100000"/>
              <a:buChar char="•"/>
            </a:pPr>
            <a:r>
              <a:rPr lang="en-IN" b="1"/>
              <a:t>Com.google.android.gms.games = Google Play Games Services Package</a:t>
            </a:r>
            <a:endParaRPr lang="en-IN" b="1"/>
          </a:p>
          <a:p>
            <a:pPr marL="342900" lvl="0" indent="-342900" algn="l" rtl="0">
              <a:lnSpc>
                <a:spcPct val="100000"/>
              </a:lnSpc>
              <a:spcBef>
                <a:spcPts val="545"/>
              </a:spcBef>
              <a:spcAft>
                <a:spcPts val="0"/>
              </a:spcAft>
              <a:buClr>
                <a:schemeClr val="dk1"/>
              </a:buClr>
              <a:buSzPct val="100000"/>
              <a:buChar char="•"/>
            </a:pPr>
            <a:r>
              <a:rPr lang="en-IN" b="1"/>
              <a:t>Com.google.android.gms.fitness =  Google Fit Package</a:t>
            </a:r>
            <a:endParaRPr lang="en-IN" b="1"/>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602" name="Shape 602"/>
        <p:cNvGrpSpPr/>
        <p:nvPr/>
      </p:nvGrpSpPr>
      <p:grpSpPr>
        <a:xfrm>
          <a:off x="0" y="0"/>
          <a:ext cx="0" cy="0"/>
          <a:chOff x="0" y="0"/>
          <a:chExt cx="0" cy="0"/>
        </a:xfrm>
      </p:grpSpPr>
      <p:sp>
        <p:nvSpPr>
          <p:cNvPr id="603" name="Google Shape;603;p80"/>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Android SDK Tools</a:t>
            </a:r>
            <a:br>
              <a:rPr lang="en-IN" b="1"/>
            </a:br>
            <a:endParaRPr lang="en-IN" b="1"/>
          </a:p>
        </p:txBody>
      </p:sp>
      <p:sp>
        <p:nvSpPr>
          <p:cNvPr id="604" name="Google Shape;604;p80"/>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Android SDK provides many tools to design, develop, debug and deploy your applications.</a:t>
            </a:r>
            <a:endParaRPr lang="en-IN" b="1"/>
          </a:p>
          <a:p>
            <a:pPr marL="742950" lvl="1" indent="-285750" algn="l" rtl="0">
              <a:lnSpc>
                <a:spcPct val="100000"/>
              </a:lnSpc>
              <a:spcBef>
                <a:spcPts val="560"/>
              </a:spcBef>
              <a:spcAft>
                <a:spcPts val="0"/>
              </a:spcAft>
              <a:buClr>
                <a:schemeClr val="dk1"/>
              </a:buClr>
              <a:buSzPts val="2800"/>
              <a:buChar char="–"/>
            </a:pPr>
            <a:r>
              <a:rPr lang="en-IN" b="1"/>
              <a:t>Android Studio</a:t>
            </a:r>
            <a:endParaRPr lang="en-IN" b="1"/>
          </a:p>
          <a:p>
            <a:pPr marL="742950" lvl="1" indent="-285750" algn="l" rtl="0">
              <a:lnSpc>
                <a:spcPct val="100000"/>
              </a:lnSpc>
              <a:spcBef>
                <a:spcPts val="560"/>
              </a:spcBef>
              <a:spcAft>
                <a:spcPts val="0"/>
              </a:spcAft>
              <a:buClr>
                <a:schemeClr val="dk1"/>
              </a:buClr>
              <a:buSzPts val="2800"/>
              <a:buChar char="–"/>
            </a:pPr>
            <a:r>
              <a:rPr lang="en-IN" b="1"/>
              <a:t>Android SDK and AVD Managers</a:t>
            </a:r>
            <a:endParaRPr lang="en-IN" b="1"/>
          </a:p>
          <a:p>
            <a:pPr marL="742950" lvl="1" indent="-285750" algn="l" rtl="0">
              <a:lnSpc>
                <a:spcPct val="100000"/>
              </a:lnSpc>
              <a:spcBef>
                <a:spcPts val="560"/>
              </a:spcBef>
              <a:spcAft>
                <a:spcPts val="0"/>
              </a:spcAft>
              <a:buClr>
                <a:schemeClr val="dk1"/>
              </a:buClr>
              <a:buSzPts val="2800"/>
              <a:buChar char="–"/>
            </a:pPr>
            <a:r>
              <a:rPr lang="en-IN" b="1"/>
              <a:t>Android Emulator</a:t>
            </a:r>
            <a:endParaRPr lang="en-IN" b="1"/>
          </a:p>
          <a:p>
            <a:pPr marL="0" lvl="0" indent="0" algn="l" rtl="0">
              <a:lnSpc>
                <a:spcPct val="100000"/>
              </a:lnSpc>
              <a:spcBef>
                <a:spcPts val="640"/>
              </a:spcBef>
              <a:spcAft>
                <a:spcPts val="0"/>
              </a:spcAft>
              <a:buClr>
                <a:schemeClr val="dk1"/>
              </a:buClr>
              <a:buSzPts val="3200"/>
              <a:buNone/>
            </a:pPr>
            <a:endParaRPr b="1"/>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608" name="Shape 608"/>
        <p:cNvGrpSpPr/>
        <p:nvPr/>
      </p:nvGrpSpPr>
      <p:grpSpPr>
        <a:xfrm>
          <a:off x="0" y="0"/>
          <a:ext cx="0" cy="0"/>
          <a:chOff x="0" y="0"/>
          <a:chExt cx="0" cy="0"/>
        </a:xfrm>
      </p:grpSpPr>
      <p:sp>
        <p:nvSpPr>
          <p:cNvPr id="609" name="Google Shape;609;p81"/>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Studio</a:t>
            </a:r>
            <a:endParaRPr lang="en-IN" b="1"/>
          </a:p>
        </p:txBody>
      </p:sp>
      <p:sp>
        <p:nvSpPr>
          <p:cNvPr id="610" name="Google Shape;610;p81"/>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Launch the Android Virtual Device Manager.</a:t>
            </a:r>
            <a:endParaRPr lang="en-IN" b="1"/>
          </a:p>
          <a:p>
            <a:pPr marL="342900" lvl="0" indent="-342900" algn="l" rtl="0">
              <a:lnSpc>
                <a:spcPct val="100000"/>
              </a:lnSpc>
              <a:spcBef>
                <a:spcPts val="640"/>
              </a:spcBef>
              <a:spcAft>
                <a:spcPts val="0"/>
              </a:spcAft>
              <a:buClr>
                <a:schemeClr val="dk1"/>
              </a:buClr>
              <a:buSzPts val="3200"/>
              <a:buChar char="•"/>
            </a:pPr>
            <a:r>
              <a:rPr lang="en-IN" b="1"/>
              <a:t>Launch the Android SDK Manager.</a:t>
            </a:r>
            <a:endParaRPr lang="en-IN" b="1"/>
          </a:p>
          <a:p>
            <a:pPr marL="342900" lvl="0" indent="-342900" algn="l" rtl="0">
              <a:lnSpc>
                <a:spcPct val="100000"/>
              </a:lnSpc>
              <a:spcBef>
                <a:spcPts val="640"/>
              </a:spcBef>
              <a:spcAft>
                <a:spcPts val="0"/>
              </a:spcAft>
              <a:buClr>
                <a:schemeClr val="dk1"/>
              </a:buClr>
              <a:buSzPts val="3200"/>
              <a:buChar char="•"/>
            </a:pPr>
            <a:r>
              <a:rPr lang="en-IN" b="1"/>
              <a:t>Launch the Android Device Monitor</a:t>
            </a:r>
            <a:endParaRPr lang="en-IN" b="1"/>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614" name="Shape 614"/>
        <p:cNvGrpSpPr/>
        <p:nvPr/>
      </p:nvGrpSpPr>
      <p:grpSpPr>
        <a:xfrm>
          <a:off x="0" y="0"/>
          <a:ext cx="0" cy="0"/>
          <a:chOff x="0" y="0"/>
          <a:chExt cx="0" cy="0"/>
        </a:xfrm>
      </p:grpSpPr>
      <p:sp>
        <p:nvSpPr>
          <p:cNvPr id="615" name="Google Shape;615;p82"/>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SDK and AVD Managers</a:t>
            </a:r>
            <a:endParaRPr lang="en-IN" b="1"/>
          </a:p>
        </p:txBody>
      </p:sp>
      <p:sp>
        <p:nvSpPr>
          <p:cNvPr id="616" name="Google Shape;616;p82"/>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Different Android Devices run different version of the Android Operating System.</a:t>
            </a:r>
            <a:endParaRPr lang="en-IN" b="1"/>
          </a:p>
          <a:p>
            <a:pPr marL="342900" lvl="0" indent="-342900" algn="l" rtl="0">
              <a:lnSpc>
                <a:spcPct val="100000"/>
              </a:lnSpc>
              <a:spcBef>
                <a:spcPts val="640"/>
              </a:spcBef>
              <a:spcAft>
                <a:spcPts val="0"/>
              </a:spcAft>
              <a:buClr>
                <a:schemeClr val="dk1"/>
              </a:buClr>
              <a:buSzPts val="3200"/>
              <a:buChar char="•"/>
            </a:pPr>
            <a:r>
              <a:rPr lang="en-IN" b="1"/>
              <a:t>Developers need to be able to target different Android SDK versions with their applications.</a:t>
            </a:r>
            <a:endParaRPr lang="en-IN" b="1"/>
          </a:p>
          <a:p>
            <a:pPr marL="342900" lvl="0" indent="-342900" algn="l" rtl="0">
              <a:lnSpc>
                <a:spcPct val="100000"/>
              </a:lnSpc>
              <a:spcBef>
                <a:spcPts val="640"/>
              </a:spcBef>
              <a:spcAft>
                <a:spcPts val="0"/>
              </a:spcAft>
              <a:buClr>
                <a:schemeClr val="dk1"/>
              </a:buClr>
              <a:buSzPts val="3200"/>
              <a:buChar char="•"/>
            </a:pPr>
            <a:r>
              <a:rPr lang="en-IN" b="1"/>
              <a:t>The Android Virtual Device Manager organizes and provides tools to create and edit AVDs.</a:t>
            </a:r>
            <a:endParaRPr lang="en-IN" b="1"/>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620" name="Shape 620"/>
        <p:cNvGrpSpPr/>
        <p:nvPr/>
      </p:nvGrpSpPr>
      <p:grpSpPr>
        <a:xfrm>
          <a:off x="0" y="0"/>
          <a:ext cx="0" cy="0"/>
          <a:chOff x="0" y="0"/>
          <a:chExt cx="0" cy="0"/>
        </a:xfrm>
      </p:grpSpPr>
      <p:sp>
        <p:nvSpPr>
          <p:cNvPr id="621" name="Google Shape;621;p83"/>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SDK Platform-Tools</a:t>
            </a:r>
            <a:br>
              <a:rPr lang="en-IN" b="1"/>
            </a:br>
            <a:endParaRPr lang="en-IN" b="1"/>
          </a:p>
        </p:txBody>
      </p:sp>
      <p:sp>
        <p:nvSpPr>
          <p:cNvPr id="622" name="Google Shape;622;p83"/>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lnSpc>
                <a:spcPct val="100000"/>
              </a:lnSpc>
              <a:spcBef>
                <a:spcPts val="0"/>
              </a:spcBef>
              <a:spcAft>
                <a:spcPts val="0"/>
              </a:spcAft>
              <a:buClr>
                <a:schemeClr val="dk1"/>
              </a:buClr>
              <a:buSzPct val="100000"/>
              <a:buChar char="•"/>
            </a:pPr>
            <a:r>
              <a:rPr lang="en-IN" b="1"/>
              <a:t>Android Platform-Tools are used to support the features for the current Android platform and are necessary for Android app development.</a:t>
            </a:r>
            <a:endParaRPr lang="en-IN" b="1"/>
          </a:p>
          <a:p>
            <a:pPr marL="342900" lvl="0" indent="-342900" algn="l" rtl="0">
              <a:lnSpc>
                <a:spcPct val="100000"/>
              </a:lnSpc>
              <a:spcBef>
                <a:spcPts val="545"/>
              </a:spcBef>
              <a:spcAft>
                <a:spcPts val="0"/>
              </a:spcAft>
              <a:buClr>
                <a:srgbClr val="FF0000"/>
              </a:buClr>
              <a:buSzPct val="100000"/>
              <a:buChar char="•"/>
            </a:pPr>
            <a:r>
              <a:rPr lang="en-IN" b="1">
                <a:solidFill>
                  <a:srgbClr val="FF0000"/>
                </a:solidFill>
              </a:rPr>
              <a:t>Android Debug Bridge (adb): </a:t>
            </a:r>
            <a:r>
              <a:rPr lang="en-IN" b="1"/>
              <a:t>This is a handy command-line tool that lets you communicate with a device. The adb command allows you to perform device actions, such as installing and debugging apps. It also provides access to a Unix shell that you can use to run a variety of commands on a device.</a:t>
            </a:r>
            <a:endParaRPr lang="en-IN" b="1"/>
          </a:p>
          <a:p>
            <a:pPr marL="342900" lvl="0" indent="-342900" algn="l" rtl="0">
              <a:lnSpc>
                <a:spcPct val="100000"/>
              </a:lnSpc>
              <a:spcBef>
                <a:spcPts val="545"/>
              </a:spcBef>
              <a:spcAft>
                <a:spcPts val="0"/>
              </a:spcAft>
              <a:buClr>
                <a:srgbClr val="FF0000"/>
              </a:buClr>
              <a:buSzPct val="100000"/>
              <a:buChar char="•"/>
            </a:pPr>
            <a:r>
              <a:rPr lang="en-IN" b="1">
                <a:solidFill>
                  <a:srgbClr val="FF0000"/>
                </a:solidFill>
              </a:rPr>
              <a:t>fastboot</a:t>
            </a:r>
            <a:r>
              <a:rPr lang="en-IN" b="1"/>
              <a:t>: This lets you flash a device with a new system image.</a:t>
            </a:r>
            <a:endParaRPr lang="en-IN" b="1"/>
          </a:p>
          <a:p>
            <a:pPr marL="342900" lvl="0" indent="-342900" algn="l" rtl="0">
              <a:lnSpc>
                <a:spcPct val="100000"/>
              </a:lnSpc>
              <a:spcBef>
                <a:spcPts val="545"/>
              </a:spcBef>
              <a:spcAft>
                <a:spcPts val="0"/>
              </a:spcAft>
              <a:buClr>
                <a:srgbClr val="FF0000"/>
              </a:buClr>
              <a:buSzPct val="100000"/>
              <a:buChar char="•"/>
            </a:pPr>
            <a:r>
              <a:rPr lang="en-IN" b="1">
                <a:solidFill>
                  <a:srgbClr val="FF0000"/>
                </a:solidFill>
              </a:rPr>
              <a:t>systrace:</a:t>
            </a:r>
            <a:r>
              <a:rPr lang="en-IN" b="1"/>
              <a:t> This tool helps collect and inspect timing information across all processes running on your device at the system level. It's crucial for debugging app performance.</a:t>
            </a:r>
            <a:endParaRPr lang="en-IN" b="1"/>
          </a:p>
          <a:p>
            <a:pPr marL="342900" lvl="0" indent="-170180" algn="l" rtl="0">
              <a:lnSpc>
                <a:spcPct val="100000"/>
              </a:lnSpc>
              <a:spcBef>
                <a:spcPts val="545"/>
              </a:spcBef>
              <a:spcAft>
                <a:spcPts val="0"/>
              </a:spcAft>
              <a:buClr>
                <a:schemeClr val="dk1"/>
              </a:buClr>
              <a:buSzPct val="100000"/>
              <a:buNone/>
            </a:pPr>
            <a:endParaRPr b="1"/>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626" name="Shape 626"/>
        <p:cNvGrpSpPr/>
        <p:nvPr/>
      </p:nvGrpSpPr>
      <p:grpSpPr>
        <a:xfrm>
          <a:off x="0" y="0"/>
          <a:ext cx="0" cy="0"/>
          <a:chOff x="0" y="0"/>
          <a:chExt cx="0" cy="0"/>
        </a:xfrm>
      </p:grpSpPr>
      <p:sp>
        <p:nvSpPr>
          <p:cNvPr id="627" name="Google Shape;627;p84"/>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Android Emulator</a:t>
            </a:r>
            <a:br>
              <a:rPr lang="en-IN" b="1"/>
            </a:br>
            <a:endParaRPr lang="en-IN" b="1"/>
          </a:p>
        </p:txBody>
      </p:sp>
      <p:sp>
        <p:nvSpPr>
          <p:cNvPr id="628" name="Google Shape;628;p84"/>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The Android Emulator is a device-emulation tool that simulates Android devices on your computer, allowing developers to test applications on different devices and Android API levels, without needing to have physical devices for each.</a:t>
            </a:r>
            <a:endParaRPr lang="en-IN" b="1"/>
          </a:p>
          <a:p>
            <a:pPr marL="342900" lvl="0" indent="-342900" algn="l" rtl="0">
              <a:lnSpc>
                <a:spcPct val="100000"/>
              </a:lnSpc>
              <a:spcBef>
                <a:spcPts val="640"/>
              </a:spcBef>
              <a:spcAft>
                <a:spcPts val="0"/>
              </a:spcAft>
              <a:buClr>
                <a:schemeClr val="dk1"/>
              </a:buClr>
              <a:buSzPts val="3200"/>
              <a:buChar char="•"/>
            </a:pPr>
            <a:r>
              <a:rPr lang="en-IN" b="1"/>
              <a:t> The emulator comes with configurations for various Android phones, tablets, Wear OS, and Android TV devices.</a:t>
            </a:r>
            <a:endParaRPr b="1"/>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632" name="Shape 632"/>
        <p:cNvGrpSpPr/>
        <p:nvPr/>
      </p:nvGrpSpPr>
      <p:grpSpPr>
        <a:xfrm>
          <a:off x="0" y="0"/>
          <a:ext cx="0" cy="0"/>
          <a:chOff x="0" y="0"/>
          <a:chExt cx="0" cy="0"/>
        </a:xfrm>
      </p:grpSpPr>
      <p:sp>
        <p:nvSpPr>
          <p:cNvPr id="633" name="Google Shape;633;p85"/>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Android Emulator</a:t>
            </a:r>
            <a:br>
              <a:rPr lang="en-IN" b="1"/>
            </a:br>
            <a:endParaRPr lang="en-IN" b="1"/>
          </a:p>
        </p:txBody>
      </p:sp>
      <p:sp>
        <p:nvSpPr>
          <p:cNvPr id="634" name="Google Shape;634;p85"/>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100000"/>
              </a:lnSpc>
              <a:spcBef>
                <a:spcPts val="0"/>
              </a:spcBef>
              <a:spcAft>
                <a:spcPts val="0"/>
              </a:spcAft>
              <a:buClr>
                <a:schemeClr val="dk1"/>
              </a:buClr>
              <a:buSzPct val="100000"/>
              <a:buChar char="•"/>
            </a:pPr>
            <a:r>
              <a:rPr lang="en-IN" b="1"/>
              <a:t>The Android emulator provides almost all of the capabilities of a real Android device. You can perform the following activities:</a:t>
            </a:r>
            <a:endParaRPr lang="en-IN" b="1"/>
          </a:p>
          <a:p>
            <a:pPr marL="342900" lvl="0" indent="-342900" algn="l" rtl="0">
              <a:lnSpc>
                <a:spcPct val="100000"/>
              </a:lnSpc>
              <a:spcBef>
                <a:spcPts val="590"/>
              </a:spcBef>
              <a:spcAft>
                <a:spcPts val="0"/>
              </a:spcAft>
              <a:buClr>
                <a:schemeClr val="dk1"/>
              </a:buClr>
              <a:buSzPct val="100000"/>
              <a:buChar char="•"/>
            </a:pPr>
            <a:r>
              <a:rPr lang="en-IN" b="1"/>
              <a:t>simulate phone calls and text messages </a:t>
            </a:r>
            <a:endParaRPr lang="en-IN" b="1"/>
          </a:p>
          <a:p>
            <a:pPr marL="342900" lvl="0" indent="-342900" algn="l" rtl="0">
              <a:lnSpc>
                <a:spcPct val="100000"/>
              </a:lnSpc>
              <a:spcBef>
                <a:spcPts val="590"/>
              </a:spcBef>
              <a:spcAft>
                <a:spcPts val="0"/>
              </a:spcAft>
              <a:buClr>
                <a:schemeClr val="dk1"/>
              </a:buClr>
              <a:buSzPct val="100000"/>
              <a:buChar char="•"/>
            </a:pPr>
            <a:r>
              <a:rPr lang="en-IN" b="1"/>
              <a:t>simulate different network speeds</a:t>
            </a:r>
            <a:endParaRPr lang="en-IN" b="1"/>
          </a:p>
          <a:p>
            <a:pPr marL="342900" lvl="0" indent="-342900" algn="l" rtl="0">
              <a:lnSpc>
                <a:spcPct val="100000"/>
              </a:lnSpc>
              <a:spcBef>
                <a:spcPts val="590"/>
              </a:spcBef>
              <a:spcAft>
                <a:spcPts val="0"/>
              </a:spcAft>
              <a:buClr>
                <a:schemeClr val="dk1"/>
              </a:buClr>
              <a:buSzPct val="100000"/>
              <a:buChar char="•"/>
            </a:pPr>
            <a:r>
              <a:rPr lang="en-IN" b="1"/>
              <a:t>specify the location of the device</a:t>
            </a:r>
            <a:endParaRPr lang="en-IN" b="1"/>
          </a:p>
          <a:p>
            <a:pPr marL="342900" lvl="0" indent="-342900" algn="l" rtl="0">
              <a:lnSpc>
                <a:spcPct val="100000"/>
              </a:lnSpc>
              <a:spcBef>
                <a:spcPts val="590"/>
              </a:spcBef>
              <a:spcAft>
                <a:spcPts val="0"/>
              </a:spcAft>
              <a:buClr>
                <a:schemeClr val="dk1"/>
              </a:buClr>
              <a:buSzPct val="100000"/>
              <a:buChar char="•"/>
            </a:pPr>
            <a:r>
              <a:rPr lang="en-IN" b="1"/>
              <a:t>simulate hardware sensors such as rotation </a:t>
            </a:r>
            <a:endParaRPr lang="en-IN" b="1"/>
          </a:p>
          <a:p>
            <a:pPr marL="342900" lvl="0" indent="-342900" algn="l" rtl="0">
              <a:lnSpc>
                <a:spcPct val="100000"/>
              </a:lnSpc>
              <a:spcBef>
                <a:spcPts val="590"/>
              </a:spcBef>
              <a:spcAft>
                <a:spcPts val="0"/>
              </a:spcAft>
              <a:buClr>
                <a:schemeClr val="dk1"/>
              </a:buClr>
              <a:buSzPct val="100000"/>
              <a:buChar char="•"/>
            </a:pPr>
            <a:r>
              <a:rPr lang="en-IN" b="1"/>
              <a:t>access Google Play Store and much more</a:t>
            </a:r>
            <a:endParaRPr lang="en-IN" b="1"/>
          </a:p>
          <a:p>
            <a:pPr marL="342900" lvl="0" indent="-342900" algn="l" rtl="0">
              <a:lnSpc>
                <a:spcPct val="100000"/>
              </a:lnSpc>
              <a:spcBef>
                <a:spcPts val="590"/>
              </a:spcBef>
              <a:spcAft>
                <a:spcPts val="0"/>
              </a:spcAft>
              <a:buClr>
                <a:schemeClr val="dk1"/>
              </a:buClr>
              <a:buSzPct val="100000"/>
              <a:buChar char="•"/>
            </a:pPr>
            <a:r>
              <a:rPr lang="en-IN" b="1"/>
              <a:t>Often it is faster and easier to test your app with an emulator instead of using a physical device. </a:t>
            </a:r>
            <a:endParaRPr lang="en-IN" b="1"/>
          </a:p>
          <a:p>
            <a:pPr marL="342900" lvl="0" indent="-154940" algn="l" rtl="0">
              <a:lnSpc>
                <a:spcPct val="100000"/>
              </a:lnSpc>
              <a:spcBef>
                <a:spcPts val="590"/>
              </a:spcBef>
              <a:spcAft>
                <a:spcPts val="0"/>
              </a:spcAft>
              <a:buClr>
                <a:schemeClr val="dk1"/>
              </a:buClr>
              <a:buSzPct val="100000"/>
              <a:buNone/>
            </a:pPr>
            <a:endParaRPr b="1"/>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638" name="Shape 638"/>
        <p:cNvGrpSpPr/>
        <p:nvPr/>
      </p:nvGrpSpPr>
      <p:grpSpPr>
        <a:xfrm>
          <a:off x="0" y="0"/>
          <a:ext cx="0" cy="0"/>
          <a:chOff x="0" y="0"/>
          <a:chExt cx="0" cy="0"/>
        </a:xfrm>
      </p:grpSpPr>
      <p:sp>
        <p:nvSpPr>
          <p:cNvPr id="639" name="Google Shape;639;p86"/>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Emulators vs Simulators</a:t>
            </a:r>
            <a:endParaRPr lang="en-IN" b="1"/>
          </a:p>
        </p:txBody>
      </p:sp>
      <p:pic>
        <p:nvPicPr>
          <p:cNvPr id="640" name="Google Shape;640;p86"/>
          <p:cNvPicPr preferRelativeResize="0"/>
          <p:nvPr>
            <p:ph type="body" idx="1"/>
          </p:nvPr>
        </p:nvPicPr>
        <p:blipFill rotWithShape="1">
          <a:blip r:embed="rId1"/>
          <a:srcRect l="12578" t="7091" r="12692"/>
          <a:stretch>
            <a:fillRect/>
          </a:stretch>
        </p:blipFill>
        <p:spPr>
          <a:xfrm>
            <a:off x="2170553" y="1275239"/>
            <a:ext cx="7851000" cy="549030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644" name="Shape 644"/>
        <p:cNvGrpSpPr/>
        <p:nvPr/>
      </p:nvGrpSpPr>
      <p:grpSpPr>
        <a:xfrm>
          <a:off x="0" y="0"/>
          <a:ext cx="0" cy="0"/>
          <a:chOff x="0" y="0"/>
          <a:chExt cx="0" cy="0"/>
        </a:xfrm>
      </p:grpSpPr>
      <p:sp>
        <p:nvSpPr>
          <p:cNvPr id="645" name="Google Shape;645;p87"/>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Terminologies</a:t>
            </a:r>
            <a:endParaRPr lang="en-IN" b="1"/>
          </a:p>
        </p:txBody>
      </p:sp>
      <p:sp>
        <p:nvSpPr>
          <p:cNvPr id="646" name="Google Shape;646;p87"/>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lnSpc>
                <a:spcPct val="100000"/>
              </a:lnSpc>
              <a:spcBef>
                <a:spcPts val="0"/>
              </a:spcBef>
              <a:spcAft>
                <a:spcPts val="0"/>
              </a:spcAft>
              <a:buClr>
                <a:schemeClr val="dk1"/>
              </a:buClr>
              <a:buSzPct val="100000"/>
              <a:buChar char="•"/>
            </a:pPr>
            <a:r>
              <a:rPr lang="en-IN" b="1"/>
              <a:t>XML</a:t>
            </a:r>
            <a:endParaRPr lang="en-IN" b="1"/>
          </a:p>
          <a:p>
            <a:pPr marL="742950" lvl="1" indent="-285750" algn="l" rtl="0">
              <a:lnSpc>
                <a:spcPct val="100000"/>
              </a:lnSpc>
              <a:spcBef>
                <a:spcPts val="435"/>
              </a:spcBef>
              <a:spcAft>
                <a:spcPts val="0"/>
              </a:spcAft>
              <a:buClr>
                <a:schemeClr val="dk1"/>
              </a:buClr>
              <a:buSzPct val="100000"/>
              <a:buChar char="–"/>
            </a:pPr>
            <a:r>
              <a:rPr lang="en-IN"/>
              <a:t>In Android, XML is used for designing the application’s UI like creating layouts, views, buttons, text fields etc. and also used in parsing data feeds from the internet.</a:t>
            </a:r>
            <a:endParaRPr lang="en-IN"/>
          </a:p>
          <a:p>
            <a:pPr marL="342900" lvl="0" indent="-342900" algn="l" rtl="0">
              <a:lnSpc>
                <a:spcPct val="100000"/>
              </a:lnSpc>
              <a:spcBef>
                <a:spcPts val="495"/>
              </a:spcBef>
              <a:spcAft>
                <a:spcPts val="0"/>
              </a:spcAft>
              <a:buClr>
                <a:schemeClr val="dk1"/>
              </a:buClr>
              <a:buSzPct val="100000"/>
              <a:buChar char="•"/>
            </a:pPr>
            <a:r>
              <a:rPr lang="en-IN" b="1"/>
              <a:t>View</a:t>
            </a:r>
            <a:endParaRPr lang="en-IN" b="1"/>
          </a:p>
          <a:p>
            <a:pPr marL="742950" lvl="1" indent="-285750" algn="l" rtl="0">
              <a:lnSpc>
                <a:spcPct val="100000"/>
              </a:lnSpc>
              <a:spcBef>
                <a:spcPts val="435"/>
              </a:spcBef>
              <a:spcAft>
                <a:spcPts val="0"/>
              </a:spcAft>
              <a:buClr>
                <a:schemeClr val="dk1"/>
              </a:buClr>
              <a:buSzPct val="100000"/>
              <a:buChar char="–"/>
            </a:pPr>
            <a:r>
              <a:rPr lang="en-IN"/>
              <a:t>A view is an UI which occupies rectangular area on the screen to draw and handle user events.</a:t>
            </a:r>
            <a:endParaRPr lang="en-IN"/>
          </a:p>
          <a:p>
            <a:pPr marL="342900" lvl="0" indent="-342900" algn="l" rtl="0">
              <a:lnSpc>
                <a:spcPct val="100000"/>
              </a:lnSpc>
              <a:spcBef>
                <a:spcPts val="495"/>
              </a:spcBef>
              <a:spcAft>
                <a:spcPts val="0"/>
              </a:spcAft>
              <a:buClr>
                <a:schemeClr val="dk1"/>
              </a:buClr>
              <a:buSzPct val="100000"/>
              <a:buChar char="•"/>
            </a:pPr>
            <a:r>
              <a:rPr lang="en-IN" b="1"/>
              <a:t>Layout</a:t>
            </a:r>
            <a:endParaRPr lang="en-IN" b="1"/>
          </a:p>
          <a:p>
            <a:pPr marL="742950" lvl="1" indent="-285750" algn="l" rtl="0">
              <a:lnSpc>
                <a:spcPct val="100000"/>
              </a:lnSpc>
              <a:spcBef>
                <a:spcPts val="435"/>
              </a:spcBef>
              <a:spcAft>
                <a:spcPts val="0"/>
              </a:spcAft>
              <a:buClr>
                <a:schemeClr val="dk1"/>
              </a:buClr>
              <a:buSzPct val="100000"/>
              <a:buChar char="–"/>
            </a:pPr>
            <a:r>
              <a:rPr lang="en-IN"/>
              <a:t>Layout is the parent of view. It arranges all the views in a proper manner on the screen.</a:t>
            </a:r>
            <a:endParaRPr lang="en-IN"/>
          </a:p>
          <a:p>
            <a:pPr marL="342900" lvl="0" indent="-342900" algn="l" rtl="0">
              <a:lnSpc>
                <a:spcPct val="100000"/>
              </a:lnSpc>
              <a:spcBef>
                <a:spcPts val="495"/>
              </a:spcBef>
              <a:spcAft>
                <a:spcPts val="0"/>
              </a:spcAft>
              <a:buClr>
                <a:schemeClr val="dk1"/>
              </a:buClr>
              <a:buSzPct val="100000"/>
              <a:buChar char="•"/>
            </a:pPr>
            <a:r>
              <a:rPr lang="en-IN" b="1"/>
              <a:t>Activity</a:t>
            </a:r>
            <a:endParaRPr lang="en-IN" b="1"/>
          </a:p>
          <a:p>
            <a:pPr marL="742950" lvl="1" indent="-285750" algn="l" rtl="0">
              <a:lnSpc>
                <a:spcPct val="100000"/>
              </a:lnSpc>
              <a:spcBef>
                <a:spcPts val="435"/>
              </a:spcBef>
              <a:spcAft>
                <a:spcPts val="0"/>
              </a:spcAft>
              <a:buClr>
                <a:schemeClr val="dk1"/>
              </a:buClr>
              <a:buSzPct val="100000"/>
              <a:buChar char="–"/>
            </a:pPr>
            <a:r>
              <a:rPr lang="en-IN"/>
              <a:t>An activity can be referred as your </a:t>
            </a:r>
            <a:r>
              <a:rPr lang="en-IN" b="1"/>
              <a:t>device’s screen </a:t>
            </a:r>
            <a:r>
              <a:rPr lang="en-IN"/>
              <a:t>which you see. User can place UI elements in any order in the created window of user’s choice.</a:t>
            </a:r>
            <a:endParaRPr lang="en-IN"/>
          </a:p>
          <a:p>
            <a:pPr marL="742950" lvl="1" indent="-285750" algn="l" rtl="0">
              <a:lnSpc>
                <a:spcPct val="100000"/>
              </a:lnSpc>
              <a:spcBef>
                <a:spcPts val="435"/>
              </a:spcBef>
              <a:spcAft>
                <a:spcPts val="0"/>
              </a:spcAft>
              <a:buClr>
                <a:srgbClr val="FF0000"/>
              </a:buClr>
              <a:buSzPct val="100000"/>
              <a:buChar char="–"/>
            </a:pPr>
            <a:r>
              <a:rPr lang="en-IN" b="1">
                <a:solidFill>
                  <a:srgbClr val="FF0000"/>
                </a:solidFill>
              </a:rPr>
              <a:t>android.app.Activity</a:t>
            </a:r>
            <a:r>
              <a:rPr lang="en-IN"/>
              <a:t> class</a:t>
            </a:r>
            <a:endParaRPr lang="en-IN"/>
          </a:p>
          <a:p>
            <a:pPr marL="342900" lvl="0" indent="-185420" algn="l" rtl="0">
              <a:lnSpc>
                <a:spcPct val="100000"/>
              </a:lnSpc>
              <a:spcBef>
                <a:spcPts val="495"/>
              </a:spcBef>
              <a:spcAft>
                <a:spcPts val="0"/>
              </a:spcAft>
              <a:buClr>
                <a:schemeClr val="dk1"/>
              </a:buClr>
              <a:buSzPct val="100000"/>
              <a:buNone/>
            </a:p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650" name="Shape 650"/>
        <p:cNvGrpSpPr/>
        <p:nvPr/>
      </p:nvGrpSpPr>
      <p:grpSpPr>
        <a:xfrm>
          <a:off x="0" y="0"/>
          <a:ext cx="0" cy="0"/>
          <a:chOff x="0" y="0"/>
          <a:chExt cx="0" cy="0"/>
        </a:xfrm>
      </p:grpSpPr>
      <p:sp>
        <p:nvSpPr>
          <p:cNvPr id="651" name="Google Shape;651;p88"/>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Terminologies</a:t>
            </a:r>
            <a:endParaRPr lang="en-IN" b="1"/>
          </a:p>
        </p:txBody>
      </p:sp>
      <p:sp>
        <p:nvSpPr>
          <p:cNvPr id="652" name="Google Shape;652;p88"/>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Emulator</a:t>
            </a:r>
            <a:endParaRPr lang="en-IN" b="1"/>
          </a:p>
          <a:p>
            <a:pPr marL="742950" lvl="1" indent="-285750" algn="l" rtl="0">
              <a:lnSpc>
                <a:spcPct val="100000"/>
              </a:lnSpc>
              <a:spcBef>
                <a:spcPts val="560"/>
              </a:spcBef>
              <a:spcAft>
                <a:spcPts val="0"/>
              </a:spcAft>
              <a:buClr>
                <a:schemeClr val="dk1"/>
              </a:buClr>
              <a:buSzPts val="2800"/>
              <a:buChar char="–"/>
            </a:pPr>
            <a:r>
              <a:rPr lang="en-IN"/>
              <a:t>An emulator is an Android virtual device through which you can select the target Android version or platform to run and test your developed application.</a:t>
            </a:r>
            <a:endParaRPr lang="en-IN"/>
          </a:p>
          <a:p>
            <a:pPr marL="342900" lvl="0" indent="-342900" algn="l" rtl="0">
              <a:lnSpc>
                <a:spcPct val="100000"/>
              </a:lnSpc>
              <a:spcBef>
                <a:spcPts val="640"/>
              </a:spcBef>
              <a:spcAft>
                <a:spcPts val="0"/>
              </a:spcAft>
              <a:buClr>
                <a:schemeClr val="dk1"/>
              </a:buClr>
              <a:buSzPts val="3200"/>
              <a:buChar char="•"/>
            </a:pPr>
            <a:r>
              <a:rPr lang="en-IN" b="1"/>
              <a:t>Manifest file</a:t>
            </a:r>
            <a:endParaRPr lang="en-IN" b="1"/>
          </a:p>
          <a:p>
            <a:pPr marL="742950" lvl="1" indent="-285750" algn="l" rtl="0">
              <a:lnSpc>
                <a:spcPct val="100000"/>
              </a:lnSpc>
              <a:spcBef>
                <a:spcPts val="560"/>
              </a:spcBef>
              <a:spcAft>
                <a:spcPts val="0"/>
              </a:spcAft>
              <a:buClr>
                <a:schemeClr val="dk1"/>
              </a:buClr>
              <a:buSzPts val="2800"/>
              <a:buChar char="–"/>
            </a:pPr>
            <a:r>
              <a:rPr lang="en-IN"/>
              <a:t>Manifest file acts as a metadata for every application. This file contains all the essential information about the application like app icon, app name, launcher activity, and required permissions etc.</a:t>
            </a:r>
            <a:endParaRPr lang="en-IN"/>
          </a:p>
          <a:p>
            <a:pPr marL="342900" lvl="0" indent="-139700" algn="l" rtl="0">
              <a:lnSpc>
                <a:spcPct val="100000"/>
              </a:lnSpc>
              <a:spcBef>
                <a:spcPts val="640"/>
              </a:spcBef>
              <a:spcAft>
                <a:spcPts val="0"/>
              </a:spcAft>
              <a:buClr>
                <a:schemeClr val="dk1"/>
              </a:buClr>
              <a:buSzPts val="3200"/>
              <a:buNone/>
            </a:p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656" name="Shape 656"/>
        <p:cNvGrpSpPr/>
        <p:nvPr/>
      </p:nvGrpSpPr>
      <p:grpSpPr>
        <a:xfrm>
          <a:off x="0" y="0"/>
          <a:ext cx="0" cy="0"/>
          <a:chOff x="0" y="0"/>
          <a:chExt cx="0" cy="0"/>
        </a:xfrm>
      </p:grpSpPr>
      <p:sp>
        <p:nvSpPr>
          <p:cNvPr id="657" name="Google Shape;657;p89"/>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Terminologies</a:t>
            </a:r>
            <a:endParaRPr lang="en-IN" b="1"/>
          </a:p>
        </p:txBody>
      </p:sp>
      <p:sp>
        <p:nvSpPr>
          <p:cNvPr id="658" name="Google Shape;658;p89"/>
          <p:cNvSpPr txBox="1"/>
          <p:nvPr>
            <p:ph type="body" idx="1"/>
          </p:nvPr>
        </p:nvSpPr>
        <p:spPr>
          <a:xfrm>
            <a:off x="449400" y="1490599"/>
            <a:ext cx="11293200" cy="5185800"/>
          </a:xfrm>
          <a:prstGeom prst="rect">
            <a:avLst/>
          </a:prstGeom>
          <a:noFill/>
          <a:ln>
            <a:noFill/>
          </a:ln>
        </p:spPr>
        <p:txBody>
          <a:bodyPr spcFirstLastPara="1" wrap="square" lIns="91425" tIns="45700" rIns="91425" bIns="45700" anchor="t" anchorCtr="0">
            <a:normAutofit fontScale="92500" lnSpcReduction="10000"/>
          </a:bodyPr>
          <a:lstStyle/>
          <a:p>
            <a:pPr marL="342900" lvl="0" indent="-358140" algn="l" rtl="0">
              <a:lnSpc>
                <a:spcPct val="100000"/>
              </a:lnSpc>
              <a:spcBef>
                <a:spcPts val="0"/>
              </a:spcBef>
              <a:spcAft>
                <a:spcPts val="0"/>
              </a:spcAft>
              <a:buClr>
                <a:schemeClr val="dk1"/>
              </a:buClr>
              <a:buSzPct val="100000"/>
              <a:buChar char="•"/>
            </a:pPr>
            <a:r>
              <a:rPr lang="en-IN" b="1"/>
              <a:t>Service</a:t>
            </a:r>
            <a:endParaRPr lang="en-IN" b="1"/>
          </a:p>
          <a:p>
            <a:pPr marL="742950" lvl="1" indent="-299085" algn="l" rtl="0">
              <a:lnSpc>
                <a:spcPct val="100000"/>
              </a:lnSpc>
              <a:spcBef>
                <a:spcPts val="475"/>
              </a:spcBef>
              <a:spcAft>
                <a:spcPts val="0"/>
              </a:spcAft>
              <a:buClr>
                <a:schemeClr val="dk1"/>
              </a:buClr>
              <a:buSzPct val="100000"/>
              <a:buChar char="–"/>
            </a:pPr>
            <a:r>
              <a:rPr lang="en-IN"/>
              <a:t>Service is an application component that can be used for long-running background processes. </a:t>
            </a:r>
            <a:endParaRPr lang="en-IN"/>
          </a:p>
          <a:p>
            <a:pPr marL="742950" lvl="1" indent="-299085" algn="l" rtl="0">
              <a:lnSpc>
                <a:spcPct val="100000"/>
              </a:lnSpc>
              <a:spcBef>
                <a:spcPts val="475"/>
              </a:spcBef>
              <a:spcAft>
                <a:spcPts val="0"/>
              </a:spcAft>
              <a:buClr>
                <a:schemeClr val="dk1"/>
              </a:buClr>
              <a:buSzPct val="100000"/>
              <a:buChar char="–"/>
            </a:pPr>
            <a:r>
              <a:rPr lang="en-IN"/>
              <a:t>It is not bounded with any activity as there is no UI. Any other application component can start a service and this service will continue to run even when the user switches from one application to another.</a:t>
            </a:r>
            <a:endParaRPr lang="en-IN"/>
          </a:p>
          <a:p>
            <a:pPr marL="742950" lvl="1" indent="-299085" algn="l" rtl="0">
              <a:lnSpc>
                <a:spcPct val="100000"/>
              </a:lnSpc>
              <a:spcBef>
                <a:spcPts val="475"/>
              </a:spcBef>
              <a:spcAft>
                <a:spcPts val="0"/>
              </a:spcAft>
              <a:buClr>
                <a:srgbClr val="FF0000"/>
              </a:buClr>
              <a:buSzPct val="100000"/>
              <a:buChar char="–"/>
            </a:pPr>
            <a:r>
              <a:rPr lang="en-IN" b="1">
                <a:solidFill>
                  <a:srgbClr val="FF0000"/>
                </a:solidFill>
              </a:rPr>
              <a:t>android.app.service</a:t>
            </a:r>
            <a:r>
              <a:rPr lang="en-IN"/>
              <a:t> class</a:t>
            </a:r>
            <a:endParaRPr lang="en-IN"/>
          </a:p>
          <a:p>
            <a:pPr marL="342900" lvl="0" indent="-358140" algn="l" rtl="0">
              <a:lnSpc>
                <a:spcPct val="100000"/>
              </a:lnSpc>
              <a:spcBef>
                <a:spcPts val="545"/>
              </a:spcBef>
              <a:spcAft>
                <a:spcPts val="0"/>
              </a:spcAft>
              <a:buClr>
                <a:schemeClr val="dk1"/>
              </a:buClr>
              <a:buSzPct val="100000"/>
              <a:buChar char="•"/>
            </a:pPr>
            <a:r>
              <a:rPr lang="en-IN" b="1"/>
              <a:t>Broadcast Receiver</a:t>
            </a:r>
            <a:endParaRPr lang="en-IN" b="1"/>
          </a:p>
          <a:p>
            <a:pPr marL="742950" lvl="1" indent="-299085" algn="l" rtl="0">
              <a:lnSpc>
                <a:spcPct val="100000"/>
              </a:lnSpc>
              <a:spcBef>
                <a:spcPts val="475"/>
              </a:spcBef>
              <a:spcAft>
                <a:spcPts val="0"/>
              </a:spcAft>
              <a:buClr>
                <a:schemeClr val="dk1"/>
              </a:buClr>
              <a:buSzPct val="100000"/>
              <a:buChar char="–"/>
            </a:pPr>
            <a:r>
              <a:rPr lang="en-IN"/>
              <a:t>Broadcast Receiver is another building block of Android application development which allows you to register for system and application events. </a:t>
            </a:r>
            <a:endParaRPr lang="en-IN"/>
          </a:p>
          <a:p>
            <a:pPr marL="742950" lvl="1" indent="-299085" algn="l" rtl="0">
              <a:lnSpc>
                <a:spcPct val="100000"/>
              </a:lnSpc>
              <a:spcBef>
                <a:spcPts val="475"/>
              </a:spcBef>
              <a:spcAft>
                <a:spcPts val="0"/>
              </a:spcAft>
              <a:buClr>
                <a:schemeClr val="dk1"/>
              </a:buClr>
              <a:buSzPct val="100000"/>
              <a:buChar char="–"/>
            </a:pPr>
            <a:r>
              <a:rPr lang="en-IN"/>
              <a:t>It works in such a way that, when the event triggers for the first time all the registered receivers through this broadcast receiver will get notified for all the events by Android Runtime</a:t>
            </a:r>
            <a:endParaRPr lang="en-IN"/>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662" name="Shape 662"/>
        <p:cNvGrpSpPr/>
        <p:nvPr/>
      </p:nvGrpSpPr>
      <p:grpSpPr>
        <a:xfrm>
          <a:off x="0" y="0"/>
          <a:ext cx="0" cy="0"/>
          <a:chOff x="0" y="0"/>
          <a:chExt cx="0" cy="0"/>
        </a:xfrm>
      </p:grpSpPr>
      <p:sp>
        <p:nvSpPr>
          <p:cNvPr id="663" name="Google Shape;663;p90"/>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Terminologies</a:t>
            </a:r>
            <a:endParaRPr lang="en-IN" b="1"/>
          </a:p>
        </p:txBody>
      </p:sp>
      <p:sp>
        <p:nvSpPr>
          <p:cNvPr id="664" name="Google Shape;664;p90"/>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lnSpcReduction="20000"/>
          </a:bodyPr>
          <a:lstStyle/>
          <a:p>
            <a:pPr marL="342900" lvl="0" indent="-342900" algn="l" rtl="0">
              <a:lnSpc>
                <a:spcPct val="100000"/>
              </a:lnSpc>
              <a:spcBef>
                <a:spcPts val="0"/>
              </a:spcBef>
              <a:spcAft>
                <a:spcPts val="0"/>
              </a:spcAft>
              <a:buClr>
                <a:schemeClr val="dk1"/>
              </a:buClr>
              <a:buSzPts val="3200"/>
              <a:buChar char="•"/>
            </a:pPr>
            <a:r>
              <a:rPr lang="en-IN" b="1"/>
              <a:t>Fragment</a:t>
            </a:r>
            <a:endParaRPr lang="en-IN" b="1"/>
          </a:p>
          <a:p>
            <a:pPr marL="742950" lvl="1" indent="-285750" algn="l" rtl="0">
              <a:lnSpc>
                <a:spcPct val="100000"/>
              </a:lnSpc>
              <a:spcBef>
                <a:spcPts val="560"/>
              </a:spcBef>
              <a:spcAft>
                <a:spcPts val="0"/>
              </a:spcAft>
              <a:buClr>
                <a:schemeClr val="dk1"/>
              </a:buClr>
              <a:buSzPts val="2800"/>
              <a:buChar char="–"/>
            </a:pPr>
            <a:r>
              <a:rPr lang="en-IN"/>
              <a:t>Used to hold the code and screen logic for placing the same user interface components in multiple screens, which are represented by multiple Activity classes.</a:t>
            </a:r>
            <a:endParaRPr lang="en-IN"/>
          </a:p>
          <a:p>
            <a:pPr marL="742950" lvl="1" indent="-285750" algn="l" rtl="0">
              <a:lnSpc>
                <a:spcPct val="100000"/>
              </a:lnSpc>
              <a:spcBef>
                <a:spcPts val="560"/>
              </a:spcBef>
              <a:spcAft>
                <a:spcPts val="0"/>
              </a:spcAft>
              <a:buClr>
                <a:srgbClr val="FF0000"/>
              </a:buClr>
              <a:buSzPts val="2800"/>
              <a:buChar char="–"/>
            </a:pPr>
            <a:r>
              <a:rPr lang="en-IN">
                <a:solidFill>
                  <a:srgbClr val="FF0000"/>
                </a:solidFill>
              </a:rPr>
              <a:t>android.app.Fragment</a:t>
            </a:r>
            <a:endParaRPr>
              <a:solidFill>
                <a:srgbClr val="FF0000"/>
              </a:solidFill>
            </a:endParaRPr>
          </a:p>
          <a:p>
            <a:pPr marL="342900" lvl="0" indent="-342900" algn="l" rtl="0">
              <a:lnSpc>
                <a:spcPct val="100000"/>
              </a:lnSpc>
              <a:spcBef>
                <a:spcPts val="640"/>
              </a:spcBef>
              <a:spcAft>
                <a:spcPts val="0"/>
              </a:spcAft>
              <a:buClr>
                <a:schemeClr val="dk1"/>
              </a:buClr>
              <a:buSzPts val="3200"/>
              <a:buChar char="•"/>
            </a:pPr>
            <a:r>
              <a:rPr lang="en-IN" b="1"/>
              <a:t>Intent</a:t>
            </a:r>
            <a:endParaRPr lang="en-IN" b="1"/>
          </a:p>
          <a:p>
            <a:pPr marL="742950" lvl="1" indent="-285750" algn="l" rtl="0">
              <a:lnSpc>
                <a:spcPct val="100000"/>
              </a:lnSpc>
              <a:spcBef>
                <a:spcPts val="560"/>
              </a:spcBef>
              <a:spcAft>
                <a:spcPts val="0"/>
              </a:spcAft>
              <a:buClr>
                <a:schemeClr val="dk1"/>
              </a:buClr>
              <a:buSzPts val="2800"/>
              <a:buChar char="–"/>
            </a:pPr>
            <a:r>
              <a:rPr lang="en-IN"/>
              <a:t>Intent is a messaging object which can be used to communicate between two or more components like activities, services, broadcast receiver etc.</a:t>
            </a:r>
            <a:endParaRPr lang="en-IN"/>
          </a:p>
          <a:p>
            <a:pPr marL="742950" lvl="1" indent="-285750" algn="l" rtl="0">
              <a:lnSpc>
                <a:spcPct val="100000"/>
              </a:lnSpc>
              <a:spcBef>
                <a:spcPts val="560"/>
              </a:spcBef>
              <a:spcAft>
                <a:spcPts val="0"/>
              </a:spcAft>
              <a:buClr>
                <a:schemeClr val="dk1"/>
              </a:buClr>
              <a:buSzPts val="2800"/>
              <a:buChar char="–"/>
            </a:pPr>
            <a:r>
              <a:rPr lang="en-IN"/>
              <a:t>Intent can also be used to start an </a:t>
            </a:r>
            <a:r>
              <a:rPr lang="en-IN" b="1"/>
              <a:t>activity </a:t>
            </a:r>
            <a:r>
              <a:rPr lang="en-IN"/>
              <a:t>or </a:t>
            </a:r>
            <a:r>
              <a:rPr lang="en-IN" b="1"/>
              <a:t>service </a:t>
            </a:r>
            <a:r>
              <a:rPr lang="en-IN"/>
              <a:t>or </a:t>
            </a:r>
            <a:r>
              <a:rPr lang="en-IN" b="1"/>
              <a:t>to deliver a broadcast messages</a:t>
            </a:r>
            <a:r>
              <a:rPr lang="en-IN"/>
              <a:t>.</a:t>
            </a:r>
            <a:endParaRPr lang="en-IN"/>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668" name="Shape 668"/>
        <p:cNvGrpSpPr/>
        <p:nvPr/>
      </p:nvGrpSpPr>
      <p:grpSpPr>
        <a:xfrm>
          <a:off x="0" y="0"/>
          <a:ext cx="0" cy="0"/>
          <a:chOff x="0" y="0"/>
          <a:chExt cx="0" cy="0"/>
        </a:xfrm>
      </p:grpSpPr>
      <p:sp>
        <p:nvSpPr>
          <p:cNvPr id="669" name="Google Shape;669;p91"/>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Terminologies</a:t>
            </a:r>
            <a:endParaRPr lang="en-IN" b="1"/>
          </a:p>
        </p:txBody>
      </p:sp>
      <p:sp>
        <p:nvSpPr>
          <p:cNvPr id="670" name="Google Shape;670;p91"/>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b="1"/>
              <a:t>Context:</a:t>
            </a:r>
            <a:endParaRPr lang="en-IN" b="1"/>
          </a:p>
          <a:p>
            <a:pPr marL="742950" lvl="1" indent="-285750" algn="l" rtl="0">
              <a:lnSpc>
                <a:spcPct val="100000"/>
              </a:lnSpc>
              <a:spcBef>
                <a:spcPts val="560"/>
              </a:spcBef>
              <a:spcAft>
                <a:spcPts val="0"/>
              </a:spcAft>
              <a:buClr>
                <a:schemeClr val="dk1"/>
              </a:buClr>
              <a:buSzPts val="2800"/>
              <a:buChar char="–"/>
            </a:pPr>
            <a:r>
              <a:rPr lang="en-IN"/>
              <a:t>The </a:t>
            </a:r>
            <a:r>
              <a:rPr lang="en-IN"/>
              <a:t>Context</a:t>
            </a:r>
            <a:r>
              <a:rPr lang="en-IN"/>
              <a:t> class(android.content.context) is a fundamental building block of any android application and provides access to application-wide features such as the application’s private files and device resources, as well as system-wide services.</a:t>
            </a:r>
            <a:endParaRPr lang="en-IN"/>
          </a:p>
          <a:p>
            <a:pPr marL="742950" lvl="1" indent="-285750" algn="l" rtl="0">
              <a:lnSpc>
                <a:spcPct val="100000"/>
              </a:lnSpc>
              <a:spcBef>
                <a:spcPts val="560"/>
              </a:spcBef>
              <a:spcAft>
                <a:spcPts val="0"/>
              </a:spcAft>
              <a:buClr>
                <a:schemeClr val="dk1"/>
              </a:buClr>
              <a:buSzPts val="2800"/>
              <a:buChar char="–"/>
            </a:pPr>
            <a:r>
              <a:rPr lang="en-IN"/>
              <a:t>The application wide Context object is instantiated as an Application object(android.app.Application).</a:t>
            </a:r>
            <a:endParaRPr lang="en-IN"/>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674" name="Shape 674"/>
        <p:cNvGrpSpPr/>
        <p:nvPr/>
      </p:nvGrpSpPr>
      <p:grpSpPr>
        <a:xfrm>
          <a:off x="0" y="0"/>
          <a:ext cx="0" cy="0"/>
          <a:chOff x="0" y="0"/>
          <a:chExt cx="0" cy="0"/>
        </a:xfrm>
      </p:grpSpPr>
      <p:sp>
        <p:nvSpPr>
          <p:cNvPr id="675" name="Google Shape;675;p92"/>
          <p:cNvSpPr txBox="1"/>
          <p:nvPr>
            <p:ph type="title"/>
          </p:nvPr>
        </p:nvSpPr>
        <p:spPr>
          <a:xfrm>
            <a:off x="609600" y="274641"/>
            <a:ext cx="10083282"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Performing Application Tasks with Activities</a:t>
            </a:r>
            <a:endParaRPr lang="en-IN" b="1"/>
          </a:p>
        </p:txBody>
      </p:sp>
      <p:sp>
        <p:nvSpPr>
          <p:cNvPr id="676" name="Google Shape;676;p92"/>
          <p:cNvSpPr txBox="1"/>
          <p:nvPr>
            <p:ph type="body" idx="1"/>
          </p:nvPr>
        </p:nvSpPr>
        <p:spPr>
          <a:xfrm>
            <a:off x="609600" y="1600206"/>
            <a:ext cx="10972800" cy="4983153"/>
          </a:xfrm>
          <a:prstGeom prst="rect">
            <a:avLst/>
          </a:prstGeom>
          <a:noFill/>
          <a:ln>
            <a:noFill/>
          </a:ln>
        </p:spPr>
        <p:txBody>
          <a:bodyPr spcFirstLastPara="1" wrap="square" lIns="91425" tIns="45700" rIns="91425" bIns="45700" anchor="t" anchorCtr="0">
            <a:normAutofit lnSpcReduction="20000"/>
          </a:bodyPr>
          <a:lstStyle/>
          <a:p>
            <a:pPr marL="342900" lvl="0" indent="-358140" algn="l" rtl="0">
              <a:lnSpc>
                <a:spcPct val="100000"/>
              </a:lnSpc>
              <a:spcBef>
                <a:spcPts val="0"/>
              </a:spcBef>
              <a:spcAft>
                <a:spcPts val="0"/>
              </a:spcAft>
              <a:buClr>
                <a:srgbClr val="FF0000"/>
              </a:buClr>
              <a:buSzPts val="3200"/>
              <a:buChar char="•"/>
            </a:pPr>
            <a:r>
              <a:rPr lang="en-IN" b="1">
                <a:solidFill>
                  <a:srgbClr val="FF0000"/>
                </a:solidFill>
              </a:rPr>
              <a:t>Activity</a:t>
            </a:r>
            <a:r>
              <a:rPr lang="en-IN" b="1"/>
              <a:t> class is the core of any Android Application.</a:t>
            </a:r>
            <a:endParaRPr lang="en-IN" b="1"/>
          </a:p>
          <a:p>
            <a:pPr marL="342900" lvl="0" indent="-358140" algn="l" rtl="0">
              <a:lnSpc>
                <a:spcPct val="100000"/>
              </a:lnSpc>
              <a:spcBef>
                <a:spcPts val="590"/>
              </a:spcBef>
              <a:spcAft>
                <a:spcPts val="0"/>
              </a:spcAft>
              <a:buClr>
                <a:schemeClr val="dk1"/>
              </a:buClr>
              <a:buSzPts val="3200"/>
              <a:buChar char="•"/>
            </a:pPr>
            <a:r>
              <a:rPr lang="en-IN"/>
              <a:t>You define and implement Activity class for each screen in your application.</a:t>
            </a:r>
            <a:endParaRPr lang="en-IN"/>
          </a:p>
          <a:p>
            <a:pPr marL="342900" lvl="0" indent="-358140" algn="l" rtl="0">
              <a:lnSpc>
                <a:spcPct val="100000"/>
              </a:lnSpc>
              <a:spcBef>
                <a:spcPts val="590"/>
              </a:spcBef>
              <a:spcAft>
                <a:spcPts val="0"/>
              </a:spcAft>
              <a:buClr>
                <a:schemeClr val="dk1"/>
              </a:buClr>
              <a:buSzPts val="3200"/>
              <a:buChar char="•"/>
            </a:pPr>
            <a:r>
              <a:rPr lang="en-IN"/>
              <a:t>For example a simple game application might have the following five activities:</a:t>
            </a:r>
            <a:endParaRPr lang="en-IN"/>
          </a:p>
          <a:p>
            <a:pPr marL="742950" lvl="1" indent="-299085" algn="l" rtl="0">
              <a:lnSpc>
                <a:spcPct val="100000"/>
              </a:lnSpc>
              <a:spcBef>
                <a:spcPts val="520"/>
              </a:spcBef>
              <a:spcAft>
                <a:spcPts val="0"/>
              </a:spcAft>
              <a:buClr>
                <a:srgbClr val="FF0000"/>
              </a:buClr>
              <a:buSzPts val="2800"/>
              <a:buChar char="–"/>
            </a:pPr>
            <a:r>
              <a:rPr lang="en-IN">
                <a:solidFill>
                  <a:srgbClr val="FF0000"/>
                </a:solidFill>
              </a:rPr>
              <a:t>A starting screen</a:t>
            </a:r>
            <a:r>
              <a:rPr lang="en-IN"/>
              <a:t>: displays the application name and version</a:t>
            </a:r>
            <a:endParaRPr lang="en-IN"/>
          </a:p>
          <a:p>
            <a:pPr marL="742950" lvl="1" indent="-299085" algn="l" rtl="0">
              <a:lnSpc>
                <a:spcPct val="100000"/>
              </a:lnSpc>
              <a:spcBef>
                <a:spcPts val="520"/>
              </a:spcBef>
              <a:spcAft>
                <a:spcPts val="0"/>
              </a:spcAft>
              <a:buClr>
                <a:srgbClr val="FF0000"/>
              </a:buClr>
              <a:buSzPts val="2800"/>
              <a:buChar char="–"/>
            </a:pPr>
            <a:r>
              <a:rPr lang="en-IN">
                <a:solidFill>
                  <a:srgbClr val="FF0000"/>
                </a:solidFill>
              </a:rPr>
              <a:t>A main menu screen</a:t>
            </a:r>
            <a:r>
              <a:rPr lang="en-IN"/>
              <a:t>: users choose what they want to do within the application.</a:t>
            </a:r>
            <a:endParaRPr lang="en-IN"/>
          </a:p>
          <a:p>
            <a:pPr marL="742950" lvl="1" indent="-299085" algn="l" rtl="0">
              <a:lnSpc>
                <a:spcPct val="100000"/>
              </a:lnSpc>
              <a:spcBef>
                <a:spcPts val="520"/>
              </a:spcBef>
              <a:spcAft>
                <a:spcPts val="0"/>
              </a:spcAft>
              <a:buClr>
                <a:srgbClr val="FF0000"/>
              </a:buClr>
              <a:buSzPts val="2800"/>
              <a:buChar char="–"/>
            </a:pPr>
            <a:r>
              <a:rPr lang="en-IN">
                <a:solidFill>
                  <a:srgbClr val="FF0000"/>
                </a:solidFill>
              </a:rPr>
              <a:t>A game play screen</a:t>
            </a:r>
            <a:endParaRPr lang="en-IN">
              <a:solidFill>
                <a:srgbClr val="FF0000"/>
              </a:solidFill>
            </a:endParaRPr>
          </a:p>
          <a:p>
            <a:pPr marL="742950" lvl="1" indent="-299085" algn="l" rtl="0">
              <a:lnSpc>
                <a:spcPct val="100000"/>
              </a:lnSpc>
              <a:spcBef>
                <a:spcPts val="520"/>
              </a:spcBef>
              <a:spcAft>
                <a:spcPts val="0"/>
              </a:spcAft>
              <a:buClr>
                <a:srgbClr val="FF0000"/>
              </a:buClr>
              <a:buSzPts val="2800"/>
              <a:buChar char="–"/>
            </a:pPr>
            <a:r>
              <a:rPr lang="en-IN">
                <a:solidFill>
                  <a:srgbClr val="FF0000"/>
                </a:solidFill>
              </a:rPr>
              <a:t>A high score screen</a:t>
            </a:r>
            <a:endParaRPr lang="en-IN">
              <a:solidFill>
                <a:srgbClr val="FF0000"/>
              </a:solidFill>
            </a:endParaRPr>
          </a:p>
          <a:p>
            <a:pPr marL="742950" lvl="1" indent="-299085" algn="l" rtl="0">
              <a:lnSpc>
                <a:spcPct val="100000"/>
              </a:lnSpc>
              <a:spcBef>
                <a:spcPts val="520"/>
              </a:spcBef>
              <a:spcAft>
                <a:spcPts val="0"/>
              </a:spcAft>
              <a:buClr>
                <a:srgbClr val="FF0000"/>
              </a:buClr>
              <a:buSzPts val="2800"/>
              <a:buChar char="–"/>
            </a:pPr>
            <a:r>
              <a:rPr lang="en-IN">
                <a:solidFill>
                  <a:srgbClr val="FF0000"/>
                </a:solidFill>
              </a:rPr>
              <a:t>A help/about screen</a:t>
            </a:r>
            <a:endParaRPr lang="en-IN">
              <a:solidFill>
                <a:srgbClr val="FF0000"/>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680" name="Shape 680"/>
        <p:cNvGrpSpPr/>
        <p:nvPr/>
      </p:nvGrpSpPr>
      <p:grpSpPr>
        <a:xfrm>
          <a:off x="0" y="0"/>
          <a:ext cx="0" cy="0"/>
          <a:chOff x="0" y="0"/>
          <a:chExt cx="0" cy="0"/>
        </a:xfrm>
      </p:grpSpPr>
      <p:sp>
        <p:nvSpPr>
          <p:cNvPr id="681" name="Google Shape;681;p93"/>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Activity</a:t>
            </a:r>
            <a:endParaRPr lang="en-IN" b="1"/>
          </a:p>
        </p:txBody>
      </p:sp>
      <p:pic>
        <p:nvPicPr>
          <p:cNvPr id="682" name="Google Shape;682;p93"/>
          <p:cNvPicPr preferRelativeResize="0"/>
          <p:nvPr>
            <p:ph type="body" idx="1"/>
          </p:nvPr>
        </p:nvPicPr>
        <p:blipFill rotWithShape="1">
          <a:blip r:embed="rId1"/>
          <a:srcRect/>
          <a:stretch>
            <a:fillRect/>
          </a:stretch>
        </p:blipFill>
        <p:spPr>
          <a:xfrm>
            <a:off x="1762125" y="1848644"/>
            <a:ext cx="8667750" cy="4029075"/>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686" name="Shape 686"/>
        <p:cNvGrpSpPr/>
        <p:nvPr/>
      </p:nvGrpSpPr>
      <p:grpSpPr>
        <a:xfrm>
          <a:off x="0" y="0"/>
          <a:ext cx="0" cy="0"/>
          <a:chOff x="0" y="0"/>
          <a:chExt cx="0" cy="0"/>
        </a:xfrm>
      </p:grpSpPr>
      <p:sp>
        <p:nvSpPr>
          <p:cNvPr id="687" name="Google Shape;687;p94"/>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The </a:t>
            </a:r>
            <a:r>
              <a:rPr lang="en-IN" b="1">
                <a:solidFill>
                  <a:srgbClr val="FF0000"/>
                </a:solidFill>
              </a:rPr>
              <a:t>Activity</a:t>
            </a:r>
            <a:r>
              <a:rPr lang="en-IN" b="1"/>
              <a:t> stack</a:t>
            </a:r>
            <a:endParaRPr lang="en-IN" b="1"/>
          </a:p>
        </p:txBody>
      </p:sp>
      <p:pic>
        <p:nvPicPr>
          <p:cNvPr id="688" name="Google Shape;688;p94"/>
          <p:cNvPicPr preferRelativeResize="0"/>
          <p:nvPr>
            <p:ph type="body" idx="1"/>
          </p:nvPr>
        </p:nvPicPr>
        <p:blipFill rotWithShape="1">
          <a:blip r:embed="rId1"/>
          <a:srcRect/>
          <a:stretch>
            <a:fillRect/>
          </a:stretch>
        </p:blipFill>
        <p:spPr>
          <a:xfrm>
            <a:off x="1880409" y="1634623"/>
            <a:ext cx="7954056" cy="473158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692" name="Shape 692"/>
        <p:cNvGrpSpPr/>
        <p:nvPr/>
      </p:nvGrpSpPr>
      <p:grpSpPr>
        <a:xfrm>
          <a:off x="0" y="0"/>
          <a:ext cx="0" cy="0"/>
          <a:chOff x="0" y="0"/>
          <a:chExt cx="0" cy="0"/>
        </a:xfrm>
      </p:grpSpPr>
      <p:sp>
        <p:nvSpPr>
          <p:cNvPr id="693" name="Google Shape;693;p95"/>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Method stubs of Activity class</a:t>
            </a:r>
            <a:endParaRPr lang="en-IN" b="1"/>
          </a:p>
        </p:txBody>
      </p:sp>
      <p:sp>
        <p:nvSpPr>
          <p:cNvPr id="694" name="Google Shape;694;p95"/>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100000"/>
              </a:lnSpc>
              <a:spcBef>
                <a:spcPts val="0"/>
              </a:spcBef>
              <a:spcAft>
                <a:spcPts val="0"/>
              </a:spcAft>
              <a:buClr>
                <a:schemeClr val="dk1"/>
              </a:buClr>
              <a:buSzPct val="100000"/>
              <a:buNone/>
            </a:pPr>
            <a:r>
              <a:rPr lang="en-IN"/>
              <a:t>public class MyActivity extends Activity</a:t>
            </a:r>
            <a:endParaRPr lang="en-IN"/>
          </a:p>
          <a:p>
            <a:pPr marL="0" lvl="0" indent="0" algn="l" rtl="0">
              <a:lnSpc>
                <a:spcPct val="100000"/>
              </a:lnSpc>
              <a:spcBef>
                <a:spcPts val="545"/>
              </a:spcBef>
              <a:spcAft>
                <a:spcPts val="0"/>
              </a:spcAft>
              <a:buClr>
                <a:schemeClr val="dk1"/>
              </a:buClr>
              <a:buSzPct val="100000"/>
              <a:buNone/>
            </a:pPr>
            <a:r>
              <a:rPr lang="en-IN"/>
              <a:t>{</a:t>
            </a:r>
            <a:endParaRPr lang="en-IN"/>
          </a:p>
          <a:p>
            <a:pPr marL="0" lvl="0" indent="0" algn="l" rtl="0">
              <a:lnSpc>
                <a:spcPct val="100000"/>
              </a:lnSpc>
              <a:spcBef>
                <a:spcPts val="545"/>
              </a:spcBef>
              <a:spcAft>
                <a:spcPts val="0"/>
              </a:spcAft>
              <a:buClr>
                <a:schemeClr val="dk1"/>
              </a:buClr>
              <a:buSzPct val="100000"/>
              <a:buNone/>
            </a:pPr>
            <a:r>
              <a:rPr lang="en-IN"/>
              <a:t>   protected void onCreate(Bundle savedInstanceState);</a:t>
            </a:r>
            <a:endParaRPr lang="en-IN"/>
          </a:p>
          <a:p>
            <a:pPr marL="0" lvl="0" indent="0" algn="l" rtl="0">
              <a:lnSpc>
                <a:spcPct val="100000"/>
              </a:lnSpc>
              <a:spcBef>
                <a:spcPts val="545"/>
              </a:spcBef>
              <a:spcAft>
                <a:spcPts val="0"/>
              </a:spcAft>
              <a:buClr>
                <a:schemeClr val="dk1"/>
              </a:buClr>
              <a:buSzPct val="100000"/>
              <a:buNone/>
            </a:pPr>
            <a:r>
              <a:rPr lang="en-IN"/>
              <a:t>   protected void onStart();</a:t>
            </a:r>
            <a:endParaRPr lang="en-IN"/>
          </a:p>
          <a:p>
            <a:pPr marL="0" lvl="0" indent="0" algn="l" rtl="0">
              <a:lnSpc>
                <a:spcPct val="100000"/>
              </a:lnSpc>
              <a:spcBef>
                <a:spcPts val="545"/>
              </a:spcBef>
              <a:spcAft>
                <a:spcPts val="0"/>
              </a:spcAft>
              <a:buClr>
                <a:schemeClr val="dk1"/>
              </a:buClr>
              <a:buSzPct val="100000"/>
              <a:buNone/>
            </a:pPr>
            <a:r>
              <a:rPr lang="en-IN"/>
              <a:t>   protected void onRestart();</a:t>
            </a:r>
            <a:endParaRPr lang="en-IN"/>
          </a:p>
          <a:p>
            <a:pPr marL="0" lvl="0" indent="0" algn="l" rtl="0">
              <a:lnSpc>
                <a:spcPct val="100000"/>
              </a:lnSpc>
              <a:spcBef>
                <a:spcPts val="545"/>
              </a:spcBef>
              <a:spcAft>
                <a:spcPts val="0"/>
              </a:spcAft>
              <a:buClr>
                <a:schemeClr val="dk1"/>
              </a:buClr>
              <a:buSzPct val="100000"/>
              <a:buNone/>
            </a:pPr>
            <a:r>
              <a:rPr lang="en-IN"/>
              <a:t>   protected void onResume();</a:t>
            </a:r>
            <a:endParaRPr lang="en-IN"/>
          </a:p>
          <a:p>
            <a:pPr marL="0" lvl="0" indent="0" algn="l" rtl="0">
              <a:lnSpc>
                <a:spcPct val="100000"/>
              </a:lnSpc>
              <a:spcBef>
                <a:spcPts val="545"/>
              </a:spcBef>
              <a:spcAft>
                <a:spcPts val="0"/>
              </a:spcAft>
              <a:buClr>
                <a:schemeClr val="dk1"/>
              </a:buClr>
              <a:buSzPct val="100000"/>
              <a:buNone/>
            </a:pPr>
            <a:r>
              <a:rPr lang="en-IN"/>
              <a:t>   protected void onPause();</a:t>
            </a:r>
            <a:endParaRPr lang="en-IN"/>
          </a:p>
          <a:p>
            <a:pPr marL="0" lvl="0" indent="0" algn="l" rtl="0">
              <a:lnSpc>
                <a:spcPct val="100000"/>
              </a:lnSpc>
              <a:spcBef>
                <a:spcPts val="545"/>
              </a:spcBef>
              <a:spcAft>
                <a:spcPts val="0"/>
              </a:spcAft>
              <a:buClr>
                <a:schemeClr val="dk1"/>
              </a:buClr>
              <a:buSzPct val="100000"/>
              <a:buNone/>
            </a:pPr>
            <a:r>
              <a:rPr lang="en-IN"/>
              <a:t>   protected void onStop();</a:t>
            </a:r>
            <a:endParaRPr lang="en-IN"/>
          </a:p>
          <a:p>
            <a:pPr marL="0" lvl="0" indent="0" algn="l" rtl="0">
              <a:lnSpc>
                <a:spcPct val="100000"/>
              </a:lnSpc>
              <a:spcBef>
                <a:spcPts val="545"/>
              </a:spcBef>
              <a:spcAft>
                <a:spcPts val="0"/>
              </a:spcAft>
              <a:buClr>
                <a:schemeClr val="dk1"/>
              </a:buClr>
              <a:buSzPct val="100000"/>
              <a:buNone/>
            </a:pPr>
            <a:r>
              <a:rPr lang="en-IN"/>
              <a:t>   protected void onDestroy();</a:t>
            </a:r>
            <a:endParaRPr lang="en-IN"/>
          </a:p>
          <a:p>
            <a:pPr marL="0" lvl="0" indent="0" algn="l" rtl="0">
              <a:lnSpc>
                <a:spcPct val="100000"/>
              </a:lnSpc>
              <a:spcBef>
                <a:spcPts val="545"/>
              </a:spcBef>
              <a:spcAft>
                <a:spcPts val="0"/>
              </a:spcAft>
              <a:buClr>
                <a:schemeClr val="dk1"/>
              </a:buClr>
              <a:buSzPct val="100000"/>
              <a:buNone/>
            </a:pPr>
            <a:r>
              <a:rPr lang="en-IN"/>
              <a:t>}</a:t>
            </a:r>
            <a:endParaRPr lang="en-IN"/>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698" name="Shape 698"/>
        <p:cNvGrpSpPr/>
        <p:nvPr/>
      </p:nvGrpSpPr>
      <p:grpSpPr>
        <a:xfrm>
          <a:off x="0" y="0"/>
          <a:ext cx="0" cy="0"/>
          <a:chOff x="0" y="0"/>
          <a:chExt cx="0" cy="0"/>
        </a:xfrm>
      </p:grpSpPr>
      <p:sp>
        <p:nvSpPr>
          <p:cNvPr id="699" name="Google Shape;699;p96"/>
          <p:cNvSpPr txBox="1"/>
          <p:nvPr>
            <p:ph type="title"/>
          </p:nvPr>
        </p:nvSpPr>
        <p:spPr>
          <a:xfrm>
            <a:off x="609600" y="274641"/>
            <a:ext cx="1005529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610B38"/>
              </a:buClr>
              <a:buSzPts val="4400"/>
              <a:buFont typeface="Cambria" panose="02040503050406030204"/>
              <a:buNone/>
            </a:pPr>
            <a:r>
              <a:rPr lang="en-IN" b="1" i="0">
                <a:solidFill>
                  <a:srgbClr val="610B38"/>
                </a:solidFill>
                <a:latin typeface="Cambria" panose="02040503050406030204"/>
                <a:ea typeface="Cambria" panose="02040503050406030204"/>
                <a:cs typeface="Cambria" panose="02040503050406030204"/>
                <a:sym typeface="Cambria" panose="02040503050406030204"/>
              </a:rPr>
              <a:t>Android Activity Lifecycle methods</a:t>
            </a:r>
            <a:endParaRPr b="1">
              <a:latin typeface="Cambria" panose="02040503050406030204"/>
              <a:ea typeface="Cambria" panose="02040503050406030204"/>
              <a:cs typeface="Cambria" panose="02040503050406030204"/>
              <a:sym typeface="Cambria" panose="02040503050406030204"/>
            </a:endParaRPr>
          </a:p>
        </p:txBody>
      </p:sp>
      <p:pic>
        <p:nvPicPr>
          <p:cNvPr id="700" name="Google Shape;700;p96"/>
          <p:cNvPicPr preferRelativeResize="0"/>
          <p:nvPr>
            <p:ph type="body" idx="1"/>
          </p:nvPr>
        </p:nvPicPr>
        <p:blipFill rotWithShape="1">
          <a:blip r:embed="rId1"/>
          <a:srcRect/>
          <a:stretch>
            <a:fillRect/>
          </a:stretch>
        </p:blipFill>
        <p:spPr>
          <a:xfrm>
            <a:off x="-1" y="1567935"/>
            <a:ext cx="12129235" cy="4114407"/>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704" name="Shape 704"/>
        <p:cNvGrpSpPr/>
        <p:nvPr/>
      </p:nvGrpSpPr>
      <p:grpSpPr>
        <a:xfrm>
          <a:off x="0" y="0"/>
          <a:ext cx="0" cy="0"/>
          <a:chOff x="0" y="0"/>
          <a:chExt cx="0" cy="0"/>
        </a:xfrm>
      </p:grpSpPr>
      <p:sp>
        <p:nvSpPr>
          <p:cNvPr id="705" name="Google Shape;705;p97"/>
          <p:cNvSpPr txBox="1"/>
          <p:nvPr>
            <p:ph type="title"/>
          </p:nvPr>
        </p:nvSpPr>
        <p:spPr>
          <a:xfrm>
            <a:off x="609600" y="3020291"/>
            <a:ext cx="4886036" cy="126538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Activity Lifecycle</a:t>
            </a:r>
            <a:endParaRPr lang="en-IN" b="1"/>
          </a:p>
        </p:txBody>
      </p:sp>
      <p:pic>
        <p:nvPicPr>
          <p:cNvPr id="706" name="Google Shape;706;p97"/>
          <p:cNvPicPr preferRelativeResize="0"/>
          <p:nvPr>
            <p:ph type="body" idx="1"/>
          </p:nvPr>
        </p:nvPicPr>
        <p:blipFill rotWithShape="1">
          <a:blip r:embed="rId1"/>
          <a:srcRect/>
          <a:stretch>
            <a:fillRect/>
          </a:stretch>
        </p:blipFill>
        <p:spPr>
          <a:xfrm>
            <a:off x="6271491" y="-1"/>
            <a:ext cx="5920510" cy="6863749"/>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710" name="Shape 710"/>
        <p:cNvGrpSpPr/>
        <p:nvPr/>
      </p:nvGrpSpPr>
      <p:grpSpPr>
        <a:xfrm>
          <a:off x="0" y="0"/>
          <a:ext cx="0" cy="0"/>
          <a:chOff x="0" y="0"/>
          <a:chExt cx="0" cy="0"/>
        </a:xfrm>
      </p:grpSpPr>
      <p:sp>
        <p:nvSpPr>
          <p:cNvPr id="711" name="Google Shape;711;p98"/>
          <p:cNvSpPr txBox="1"/>
          <p:nvPr>
            <p:ph type="title"/>
          </p:nvPr>
        </p:nvSpPr>
        <p:spPr>
          <a:xfrm>
            <a:off x="609600" y="274641"/>
            <a:ext cx="9896669"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Managing Activity Transitions with </a:t>
            </a:r>
            <a:r>
              <a:rPr lang="en-IN" b="1">
                <a:solidFill>
                  <a:srgbClr val="FF0000"/>
                </a:solidFill>
              </a:rPr>
              <a:t>Intents</a:t>
            </a:r>
            <a:endParaRPr lang="en-IN" b="1">
              <a:solidFill>
                <a:srgbClr val="FF0000"/>
              </a:solidFill>
            </a:endParaRPr>
          </a:p>
        </p:txBody>
      </p:sp>
      <p:sp>
        <p:nvSpPr>
          <p:cNvPr id="712" name="Google Shape;712;p98"/>
          <p:cNvSpPr txBox="1"/>
          <p:nvPr>
            <p:ph type="body" idx="1"/>
          </p:nvPr>
        </p:nvSpPr>
        <p:spPr>
          <a:xfrm>
            <a:off x="609600" y="1600206"/>
            <a:ext cx="10972800" cy="66713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a:t>Launching the new Activity by Class Name (</a:t>
            </a:r>
            <a:r>
              <a:rPr lang="en-IN" b="1">
                <a:solidFill>
                  <a:srgbClr val="FF0000"/>
                </a:solidFill>
              </a:rPr>
              <a:t>Explicit Intent</a:t>
            </a:r>
            <a:r>
              <a:rPr lang="en-IN"/>
              <a:t>)</a:t>
            </a:r>
            <a:endParaRPr lang="en-IN"/>
          </a:p>
          <a:p>
            <a:pPr marL="342900" lvl="0" indent="-139700" algn="l" rtl="0">
              <a:lnSpc>
                <a:spcPct val="100000"/>
              </a:lnSpc>
              <a:spcBef>
                <a:spcPts val="640"/>
              </a:spcBef>
              <a:spcAft>
                <a:spcPts val="0"/>
              </a:spcAft>
              <a:buClr>
                <a:schemeClr val="dk1"/>
              </a:buClr>
              <a:buSzPts val="3200"/>
              <a:buNone/>
            </a:pPr>
          </a:p>
        </p:txBody>
      </p:sp>
      <p:sp>
        <p:nvSpPr>
          <p:cNvPr id="713" name="Google Shape;713;p98"/>
          <p:cNvSpPr/>
          <p:nvPr/>
        </p:nvSpPr>
        <p:spPr>
          <a:xfrm>
            <a:off x="830425" y="2603725"/>
            <a:ext cx="10658700" cy="584700"/>
          </a:xfrm>
          <a:prstGeom prst="rect">
            <a:avLst/>
          </a:prstGeom>
          <a:solidFill>
            <a:srgbClr val="FFFFFF"/>
          </a:solid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600"/>
              <a:buFont typeface="Consolas" panose="020B0609020204030204"/>
              <a:buNone/>
            </a:pPr>
            <a:r>
              <a:rPr lang="en-IN" sz="1900" b="1" i="0" u="none" strike="noStrike" cap="none">
                <a:solidFill>
                  <a:srgbClr val="000000"/>
                </a:solidFill>
                <a:latin typeface="Consolas" panose="020B0609020204030204"/>
                <a:ea typeface="Consolas" panose="020B0609020204030204"/>
                <a:cs typeface="Consolas" panose="020B0609020204030204"/>
                <a:sym typeface="Consolas" panose="020B0609020204030204"/>
              </a:rPr>
              <a:t>Intent intent = </a:t>
            </a:r>
            <a:r>
              <a:rPr lang="en-IN" sz="1900" b="1" i="0" u="none" strike="noStrike" cap="none">
                <a:solidFill>
                  <a:srgbClr val="000080"/>
                </a:solidFill>
                <a:latin typeface="Consolas" panose="020B0609020204030204"/>
                <a:ea typeface="Consolas" panose="020B0609020204030204"/>
                <a:cs typeface="Consolas" panose="020B0609020204030204"/>
                <a:sym typeface="Consolas" panose="020B0609020204030204"/>
              </a:rPr>
              <a:t>new </a:t>
            </a:r>
            <a:r>
              <a:rPr lang="en-IN" sz="1900" b="1" i="0" u="none" strike="noStrike" cap="none">
                <a:solidFill>
                  <a:srgbClr val="000000"/>
                </a:solidFill>
                <a:latin typeface="Consolas" panose="020B0609020204030204"/>
                <a:ea typeface="Consolas" panose="020B0609020204030204"/>
                <a:cs typeface="Consolas" panose="020B0609020204030204"/>
                <a:sym typeface="Consolas" panose="020B0609020204030204"/>
              </a:rPr>
              <a:t>Intent(MainActivity.</a:t>
            </a:r>
            <a:r>
              <a:rPr lang="en-IN" sz="1900" b="1" i="0" u="none" strike="noStrike" cap="none">
                <a:solidFill>
                  <a:srgbClr val="000080"/>
                </a:solidFill>
                <a:latin typeface="Consolas" panose="020B0609020204030204"/>
                <a:ea typeface="Consolas" panose="020B0609020204030204"/>
                <a:cs typeface="Consolas" panose="020B0609020204030204"/>
                <a:sym typeface="Consolas" panose="020B0609020204030204"/>
              </a:rPr>
              <a:t>this</a:t>
            </a:r>
            <a:r>
              <a:rPr lang="en-IN" sz="1900" b="1" i="0" u="none" strike="noStrike" cap="none">
                <a:solidFill>
                  <a:srgbClr val="000000"/>
                </a:solidFill>
                <a:latin typeface="Consolas" panose="020B0609020204030204"/>
                <a:ea typeface="Consolas" panose="020B0609020204030204"/>
                <a:cs typeface="Consolas" panose="020B0609020204030204"/>
                <a:sym typeface="Consolas" panose="020B0609020204030204"/>
              </a:rPr>
              <a:t>,SecondActivity.</a:t>
            </a:r>
            <a:r>
              <a:rPr lang="en-IN" sz="1900" b="1" i="0" u="none" strike="noStrike" cap="none">
                <a:solidFill>
                  <a:srgbClr val="000080"/>
                </a:solidFill>
                <a:latin typeface="Consolas" panose="020B0609020204030204"/>
                <a:ea typeface="Consolas" panose="020B0609020204030204"/>
                <a:cs typeface="Consolas" panose="020B0609020204030204"/>
                <a:sym typeface="Consolas" panose="020B0609020204030204"/>
              </a:rPr>
              <a:t>class</a:t>
            </a:r>
            <a:r>
              <a:rPr lang="en-IN" sz="1900" b="1" i="0" u="none" strike="noStrike" cap="none">
                <a:solidFill>
                  <a:srgbClr val="000000"/>
                </a:solidFill>
                <a:latin typeface="Consolas" panose="020B0609020204030204"/>
                <a:ea typeface="Consolas" panose="020B0609020204030204"/>
                <a:cs typeface="Consolas" panose="020B0609020204030204"/>
                <a:sym typeface="Consolas" panose="020B0609020204030204"/>
              </a:rPr>
              <a:t>);</a:t>
            </a:r>
            <a:br>
              <a:rPr lang="en-IN" sz="1900" b="1" i="0" u="none" strike="noStrike" cap="none">
                <a:solidFill>
                  <a:srgbClr val="000000"/>
                </a:solidFill>
                <a:latin typeface="Consolas" panose="020B0609020204030204"/>
                <a:ea typeface="Consolas" panose="020B0609020204030204"/>
                <a:cs typeface="Consolas" panose="020B0609020204030204"/>
                <a:sym typeface="Consolas" panose="020B0609020204030204"/>
              </a:rPr>
            </a:br>
            <a:r>
              <a:rPr lang="en-IN" sz="1900" b="1" i="0" u="none" strike="noStrike" cap="none">
                <a:solidFill>
                  <a:srgbClr val="000000"/>
                </a:solidFill>
                <a:latin typeface="Consolas" panose="020B0609020204030204"/>
                <a:ea typeface="Consolas" panose="020B0609020204030204"/>
                <a:cs typeface="Consolas" panose="020B0609020204030204"/>
                <a:sym typeface="Consolas" panose="020B0609020204030204"/>
              </a:rPr>
              <a:t>startActivity(intent);</a:t>
            </a:r>
            <a:endParaRPr sz="43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14" name="Google Shape;714;p98"/>
          <p:cNvSpPr txBox="1"/>
          <p:nvPr/>
        </p:nvSpPr>
        <p:spPr>
          <a:xfrm>
            <a:off x="609600" y="3545633"/>
            <a:ext cx="10658669" cy="107721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3200"/>
              <a:buFont typeface="Arial" panose="020B0604020202020204"/>
              <a:buChar char="•"/>
            </a:pPr>
            <a:r>
              <a:rPr lang="en-IN" sz="3200" b="0" i="0" u="none" strike="noStrike" cap="none">
                <a:solidFill>
                  <a:schemeClr val="dk1"/>
                </a:solidFill>
                <a:latin typeface="Calibri" panose="020F0502020204030204"/>
                <a:ea typeface="Calibri" panose="020F0502020204030204"/>
                <a:cs typeface="Calibri" panose="020F0502020204030204"/>
                <a:sym typeface="Calibri" panose="020F0502020204030204"/>
              </a:rPr>
              <a:t>Launching an Activity Belonging to Another </a:t>
            </a:r>
            <a:r>
              <a:rPr lang="en-IN" sz="3200" b="0" i="0" u="none" strike="noStrike" cap="none">
                <a:solidFill>
                  <a:schemeClr val="dk1"/>
                </a:solidFill>
                <a:latin typeface="Calibri" panose="020F0502020204030204"/>
                <a:ea typeface="Calibri" panose="020F0502020204030204"/>
                <a:cs typeface="Calibri" panose="020F0502020204030204"/>
                <a:sym typeface="Calibri" panose="020F0502020204030204"/>
              </a:rPr>
              <a:t>A</a:t>
            </a:r>
            <a:r>
              <a:rPr lang="en-IN" sz="3200" b="0" i="0" u="none" strike="noStrike" cap="none">
                <a:solidFill>
                  <a:schemeClr val="dk1"/>
                </a:solidFill>
                <a:latin typeface="Calibri" panose="020F0502020204030204"/>
                <a:ea typeface="Calibri" panose="020F0502020204030204"/>
                <a:cs typeface="Calibri" panose="020F0502020204030204"/>
                <a:sym typeface="Calibri" panose="020F0502020204030204"/>
              </a:rPr>
              <a:t>pplication (</a:t>
            </a:r>
            <a:r>
              <a:rPr lang="en-IN" sz="3200" b="1" i="0" u="none" strike="noStrike" cap="none">
                <a:solidFill>
                  <a:srgbClr val="FF0000"/>
                </a:solidFill>
                <a:latin typeface="Calibri" panose="020F0502020204030204"/>
                <a:ea typeface="Calibri" panose="020F0502020204030204"/>
                <a:cs typeface="Calibri" panose="020F0502020204030204"/>
                <a:sym typeface="Calibri" panose="020F0502020204030204"/>
              </a:rPr>
              <a:t>Implicit Intent</a:t>
            </a:r>
            <a:r>
              <a:rPr lang="en-IN" sz="3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5" name="Google Shape;715;p98"/>
          <p:cNvSpPr txBox="1"/>
          <p:nvPr/>
        </p:nvSpPr>
        <p:spPr>
          <a:xfrm>
            <a:off x="961050" y="4814600"/>
            <a:ext cx="7731900" cy="96960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IN" sz="1900" b="1" i="0" u="none" strike="noStrike" cap="none">
                <a:solidFill>
                  <a:schemeClr val="dk1"/>
                </a:solidFill>
                <a:latin typeface="Consolas" panose="020B0609020204030204"/>
                <a:ea typeface="Consolas" panose="020B0609020204030204"/>
                <a:cs typeface="Consolas" panose="020B0609020204030204"/>
                <a:sym typeface="Consolas" panose="020B0609020204030204"/>
              </a:rPr>
              <a:t>Uri number = Uri.parse(“tel: 9998580268”);</a:t>
            </a:r>
            <a:endParaRPr sz="17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r>
              <a:rPr lang="en-IN" sz="1900" b="1" i="0" u="none" strike="noStrike" cap="none">
                <a:solidFill>
                  <a:schemeClr val="dk1"/>
                </a:solidFill>
                <a:latin typeface="Consolas" panose="020B0609020204030204"/>
                <a:ea typeface="Consolas" panose="020B0609020204030204"/>
                <a:cs typeface="Consolas" panose="020B0609020204030204"/>
                <a:sym typeface="Consolas" panose="020B0609020204030204"/>
              </a:rPr>
              <a:t>Intent dial = new Intent(Intent.ACTION_DIAL,number);</a:t>
            </a:r>
            <a:endParaRPr sz="17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r>
              <a:rPr lang="en-IN" sz="1900" b="1" i="0" u="none" strike="noStrike" cap="none">
                <a:solidFill>
                  <a:schemeClr val="dk1"/>
                </a:solidFill>
                <a:latin typeface="Consolas" panose="020B0609020204030204"/>
                <a:ea typeface="Consolas" panose="020B0609020204030204"/>
                <a:cs typeface="Consolas" panose="020B0609020204030204"/>
                <a:sym typeface="Consolas" panose="020B0609020204030204"/>
              </a:rPr>
              <a:t>startActivity(dial);</a:t>
            </a:r>
            <a:endParaRPr sz="17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719" name="Shape 719"/>
        <p:cNvGrpSpPr/>
        <p:nvPr/>
      </p:nvGrpSpPr>
      <p:grpSpPr>
        <a:xfrm>
          <a:off x="0" y="0"/>
          <a:ext cx="0" cy="0"/>
          <a:chOff x="0" y="0"/>
          <a:chExt cx="0" cy="0"/>
        </a:xfrm>
      </p:grpSpPr>
      <p:sp>
        <p:nvSpPr>
          <p:cNvPr id="720" name="Google Shape;720;p99"/>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Services</a:t>
            </a:r>
            <a:endParaRPr lang="en-IN" b="1"/>
          </a:p>
        </p:txBody>
      </p:sp>
      <p:sp>
        <p:nvSpPr>
          <p:cNvPr id="721" name="Google Shape;721;p99"/>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lnSpc>
                <a:spcPct val="100000"/>
              </a:lnSpc>
              <a:spcBef>
                <a:spcPts val="0"/>
              </a:spcBef>
              <a:spcAft>
                <a:spcPts val="0"/>
              </a:spcAft>
              <a:buClr>
                <a:schemeClr val="dk1"/>
              </a:buClr>
              <a:buSzPct val="100000"/>
              <a:buChar char="•"/>
            </a:pPr>
            <a:r>
              <a:rPr lang="en-IN" b="0" i="0">
                <a:latin typeface="Georgia" panose="02040502050405020303"/>
                <a:ea typeface="Georgia" panose="02040502050405020303"/>
                <a:cs typeface="Georgia" panose="02040502050405020303"/>
                <a:sym typeface="Georgia" panose="02040502050405020303"/>
              </a:rPr>
              <a:t>Android Services are the application components that run in the background. </a:t>
            </a:r>
            <a:endParaRPr lang="en-IN" b="0" i="0">
              <a:latin typeface="Georgia" panose="02040502050405020303"/>
              <a:ea typeface="Georgia" panose="02040502050405020303"/>
              <a:cs typeface="Georgia" panose="02040502050405020303"/>
              <a:sym typeface="Georgia" panose="02040502050405020303"/>
            </a:endParaRPr>
          </a:p>
          <a:p>
            <a:pPr marL="342900" lvl="0" indent="-342900" algn="l" rtl="0">
              <a:lnSpc>
                <a:spcPct val="100000"/>
              </a:lnSpc>
              <a:spcBef>
                <a:spcPts val="590"/>
              </a:spcBef>
              <a:spcAft>
                <a:spcPts val="0"/>
              </a:spcAft>
              <a:buClr>
                <a:schemeClr val="dk1"/>
              </a:buClr>
              <a:buSzPct val="100000"/>
              <a:buChar char="•"/>
            </a:pPr>
            <a:r>
              <a:rPr lang="en-IN" b="0" i="0">
                <a:latin typeface="Georgia" panose="02040502050405020303"/>
                <a:ea typeface="Georgia" panose="02040502050405020303"/>
                <a:cs typeface="Georgia" panose="02040502050405020303"/>
                <a:sym typeface="Georgia" panose="02040502050405020303"/>
              </a:rPr>
              <a:t>We can understand it as a process that doesn’t need any direct user interaction. </a:t>
            </a:r>
            <a:endParaRPr lang="en-IN" b="0" i="0">
              <a:latin typeface="Georgia" panose="02040502050405020303"/>
              <a:ea typeface="Georgia" panose="02040502050405020303"/>
              <a:cs typeface="Georgia" panose="02040502050405020303"/>
              <a:sym typeface="Georgia" panose="02040502050405020303"/>
            </a:endParaRPr>
          </a:p>
          <a:p>
            <a:pPr marL="342900" lvl="0" indent="-342900" algn="l" rtl="0">
              <a:lnSpc>
                <a:spcPct val="100000"/>
              </a:lnSpc>
              <a:spcBef>
                <a:spcPts val="590"/>
              </a:spcBef>
              <a:spcAft>
                <a:spcPts val="0"/>
              </a:spcAft>
              <a:buClr>
                <a:schemeClr val="dk1"/>
              </a:buClr>
              <a:buSzPct val="100000"/>
              <a:buChar char="•"/>
            </a:pPr>
            <a:r>
              <a:rPr lang="en-IN" b="0" i="0">
                <a:latin typeface="Georgia" panose="02040502050405020303"/>
                <a:ea typeface="Georgia" panose="02040502050405020303"/>
                <a:cs typeface="Georgia" panose="02040502050405020303"/>
                <a:sym typeface="Georgia" panose="02040502050405020303"/>
              </a:rPr>
              <a:t>As they perform long-running processes without user intervention, they have no User Interface(connection to server).</a:t>
            </a:r>
            <a:endParaRPr lang="en-IN" b="0" i="0">
              <a:latin typeface="Georgia" panose="02040502050405020303"/>
              <a:ea typeface="Georgia" panose="02040502050405020303"/>
              <a:cs typeface="Georgia" panose="02040502050405020303"/>
              <a:sym typeface="Georgia" panose="02040502050405020303"/>
            </a:endParaRPr>
          </a:p>
          <a:p>
            <a:pPr marL="342900" lvl="0" indent="-342900" algn="l" rtl="0">
              <a:lnSpc>
                <a:spcPct val="100000"/>
              </a:lnSpc>
              <a:spcBef>
                <a:spcPts val="590"/>
              </a:spcBef>
              <a:spcAft>
                <a:spcPts val="0"/>
              </a:spcAft>
              <a:buClr>
                <a:schemeClr val="dk1"/>
              </a:buClr>
              <a:buSzPct val="100000"/>
              <a:buChar char="•"/>
            </a:pPr>
            <a:r>
              <a:rPr lang="en-IN" b="0" i="0">
                <a:latin typeface="Georgia" panose="02040502050405020303"/>
                <a:ea typeface="Georgia" panose="02040502050405020303"/>
                <a:cs typeface="Georgia" panose="02040502050405020303"/>
                <a:sym typeface="Georgia" panose="02040502050405020303"/>
              </a:rPr>
              <a:t> They can be connected to other components and do </a:t>
            </a:r>
            <a:r>
              <a:rPr lang="en-IN" b="1" i="0">
                <a:latin typeface="Georgia" panose="02040502050405020303"/>
                <a:ea typeface="Georgia" panose="02040502050405020303"/>
                <a:cs typeface="Georgia" panose="02040502050405020303"/>
                <a:sym typeface="Georgia" panose="02040502050405020303"/>
              </a:rPr>
              <a:t>inter-process communication (IPC)</a:t>
            </a:r>
            <a:r>
              <a:rPr lang="en-IN" b="0" i="0">
                <a:latin typeface="Georgia" panose="02040502050405020303"/>
                <a:ea typeface="Georgia" panose="02040502050405020303"/>
                <a:cs typeface="Georgia" panose="02040502050405020303"/>
                <a:sym typeface="Georgia" panose="02040502050405020303"/>
              </a:rPr>
              <a:t>.</a:t>
            </a:r>
            <a:endParaRPr lang="en-IN" b="0" i="0">
              <a:latin typeface="Georgia" panose="02040502050405020303"/>
              <a:ea typeface="Georgia" panose="02040502050405020303"/>
              <a:cs typeface="Georgia" panose="02040502050405020303"/>
              <a:sym typeface="Georgia" panose="02040502050405020303"/>
            </a:endParaRPr>
          </a:p>
          <a:p>
            <a:pPr marL="342900" lvl="0" indent="-342900" algn="l" rtl="0">
              <a:lnSpc>
                <a:spcPct val="100000"/>
              </a:lnSpc>
              <a:spcBef>
                <a:spcPts val="590"/>
              </a:spcBef>
              <a:spcAft>
                <a:spcPts val="0"/>
              </a:spcAft>
              <a:buClr>
                <a:schemeClr val="dk1"/>
              </a:buClr>
              <a:buSzPct val="100000"/>
              <a:buChar char="•"/>
            </a:pPr>
            <a:r>
              <a:rPr lang="en-IN">
                <a:latin typeface="Georgia" panose="02040502050405020303"/>
                <a:ea typeface="Georgia" panose="02040502050405020303"/>
                <a:cs typeface="Georgia" panose="02040502050405020303"/>
                <a:sym typeface="Georgia" panose="02040502050405020303"/>
              </a:rPr>
              <a:t>Services must be registered in the Android manifest file.</a:t>
            </a:r>
            <a:endParaRPr lang="en-IN">
              <a:latin typeface="Georgia" panose="02040502050405020303"/>
              <a:ea typeface="Georgia" panose="02040502050405020303"/>
              <a:cs typeface="Georgia" panose="02040502050405020303"/>
              <a:sym typeface="Georgia" panose="02040502050405020303"/>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725" name="Shape 725"/>
        <p:cNvGrpSpPr/>
        <p:nvPr/>
      </p:nvGrpSpPr>
      <p:grpSpPr>
        <a:xfrm>
          <a:off x="0" y="0"/>
          <a:ext cx="0" cy="0"/>
          <a:chOff x="0" y="0"/>
          <a:chExt cx="0" cy="0"/>
        </a:xfrm>
      </p:grpSpPr>
      <p:sp>
        <p:nvSpPr>
          <p:cNvPr id="726" name="Google Shape;726;p100"/>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514350" lvl="0" indent="-514350" algn="l" rtl="0">
              <a:lnSpc>
                <a:spcPct val="100000"/>
              </a:lnSpc>
              <a:spcBef>
                <a:spcPts val="0"/>
              </a:spcBef>
              <a:spcAft>
                <a:spcPts val="0"/>
              </a:spcAft>
              <a:buClr>
                <a:schemeClr val="dk1"/>
              </a:buClr>
              <a:buSzPts val="3200"/>
              <a:buFont typeface="Calibri" panose="020F0502020204030204"/>
              <a:buAutoNum type="arabicPeriod"/>
            </a:pPr>
            <a:r>
              <a:rPr lang="en-IN"/>
              <a:t>A whether,email or social network app might implement a service to routinely check for updates on the network.</a:t>
            </a:r>
            <a:endParaRPr lang="en-IN"/>
          </a:p>
          <a:p>
            <a:pPr marL="514350" lvl="0" indent="-514350" algn="l" rtl="0">
              <a:lnSpc>
                <a:spcPct val="100000"/>
              </a:lnSpc>
              <a:spcBef>
                <a:spcPts val="640"/>
              </a:spcBef>
              <a:spcAft>
                <a:spcPts val="0"/>
              </a:spcAft>
              <a:buClr>
                <a:schemeClr val="dk1"/>
              </a:buClr>
              <a:buSzPts val="3200"/>
              <a:buFont typeface="Calibri" panose="020F0502020204030204"/>
              <a:buAutoNum type="arabicPeriod"/>
            </a:pPr>
            <a:r>
              <a:rPr lang="en-IN"/>
              <a:t>A game might create a service to download and process the content for the next level before the user actually needs it.</a:t>
            </a:r>
            <a:endParaRPr lang="en-IN"/>
          </a:p>
          <a:p>
            <a:pPr marL="514350" lvl="0" indent="-514350" algn="l" rtl="0">
              <a:lnSpc>
                <a:spcPct val="100000"/>
              </a:lnSpc>
              <a:spcBef>
                <a:spcPts val="640"/>
              </a:spcBef>
              <a:spcAft>
                <a:spcPts val="0"/>
              </a:spcAft>
              <a:buClr>
                <a:schemeClr val="dk1"/>
              </a:buClr>
              <a:buSzPts val="3200"/>
              <a:buFont typeface="Calibri" panose="020F0502020204030204"/>
              <a:buAutoNum type="arabicPeriod"/>
            </a:pPr>
            <a:r>
              <a:rPr lang="en-IN"/>
              <a:t>A news application might implement a service to “preload” content by downloading news stories before the user launches the application, to improve performance and responsiveness.</a:t>
            </a:r>
            <a:endParaRPr lang="en-IN"/>
          </a:p>
        </p:txBody>
      </p:sp>
      <p:sp>
        <p:nvSpPr>
          <p:cNvPr id="727" name="Google Shape;727;p100"/>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Android Services</a:t>
            </a:r>
            <a:endParaRPr lang="en-IN" b="1"/>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731" name="Shape 731"/>
        <p:cNvGrpSpPr/>
        <p:nvPr/>
      </p:nvGrpSpPr>
      <p:grpSpPr>
        <a:xfrm>
          <a:off x="0" y="0"/>
          <a:ext cx="0" cy="0"/>
          <a:chOff x="0" y="0"/>
          <a:chExt cx="0" cy="0"/>
        </a:xfrm>
      </p:grpSpPr>
      <p:sp>
        <p:nvSpPr>
          <p:cNvPr id="732" name="Google Shape;732;p101"/>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Receiving and Broadcasting Intents</a:t>
            </a:r>
            <a:endParaRPr lang="en-IN" b="1"/>
          </a:p>
        </p:txBody>
      </p:sp>
      <p:sp>
        <p:nvSpPr>
          <p:cNvPr id="733" name="Google Shape;733;p101"/>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ts val="3200"/>
              <a:buChar char="•"/>
            </a:pPr>
            <a:r>
              <a:rPr lang="en-IN"/>
              <a:t>You can broadcast an Intent(via a call to the sendBroadcast() method of the Context class) to the Android system at large,allowing any interested application(called a BroadcastReceiver) to receive that broadcast and act upon it.</a:t>
            </a:r>
            <a:endParaRPr lang="en-IN"/>
          </a:p>
          <a:p>
            <a:pPr marL="342900" lvl="0" indent="-342900" algn="l" rtl="0">
              <a:lnSpc>
                <a:spcPct val="100000"/>
              </a:lnSpc>
              <a:spcBef>
                <a:spcPts val="640"/>
              </a:spcBef>
              <a:spcAft>
                <a:spcPts val="0"/>
              </a:spcAft>
              <a:buClr>
                <a:schemeClr val="dk1"/>
              </a:buClr>
              <a:buSzPts val="3200"/>
              <a:buChar char="•"/>
            </a:pPr>
            <a:r>
              <a:rPr lang="en-IN"/>
              <a:t>Broadcasts are generally used to inform the system that something interesting has happened.</a:t>
            </a:r>
            <a:endParaRPr lang="en-IN"/>
          </a:p>
          <a:p>
            <a:pPr marL="342900" lvl="0" indent="-342900" algn="l" rtl="0">
              <a:lnSpc>
                <a:spcPct val="100000"/>
              </a:lnSpc>
              <a:spcBef>
                <a:spcPts val="640"/>
              </a:spcBef>
              <a:spcAft>
                <a:spcPts val="0"/>
              </a:spcAft>
              <a:buClr>
                <a:schemeClr val="dk1"/>
              </a:buClr>
              <a:buSzPts val="3200"/>
              <a:buChar char="•"/>
            </a:pPr>
            <a:r>
              <a:rPr lang="en-IN"/>
              <a:t>For example, a commonly listened-for broadcast Intent is </a:t>
            </a:r>
            <a:r>
              <a:rPr lang="en-IN">
                <a:solidFill>
                  <a:srgbClr val="FF0000"/>
                </a:solidFill>
              </a:rPr>
              <a:t>ACTION_BATTERY_LOW</a:t>
            </a:r>
            <a:r>
              <a:rPr lang="en-IN"/>
              <a:t>, which is broadcast as a warning when the battery is low.</a:t>
            </a:r>
            <a:endParaRPr lang="en-IN"/>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737" name="Shape 737"/>
        <p:cNvGrpSpPr/>
        <p:nvPr/>
      </p:nvGrpSpPr>
      <p:grpSpPr>
        <a:xfrm>
          <a:off x="0" y="0"/>
          <a:ext cx="0" cy="0"/>
          <a:chOff x="0" y="0"/>
          <a:chExt cx="0" cy="0"/>
        </a:xfrm>
      </p:grpSpPr>
      <p:sp>
        <p:nvSpPr>
          <p:cNvPr id="738" name="Google Shape;738;p102"/>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Context in Android</a:t>
            </a:r>
            <a:endParaRPr lang="en-IN" b="1"/>
          </a:p>
        </p:txBody>
      </p:sp>
      <p:sp>
        <p:nvSpPr>
          <p:cNvPr id="739" name="Google Shape;739;p102"/>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rgbClr val="40424E"/>
              </a:buClr>
              <a:buSzPts val="3200"/>
              <a:buChar char="•"/>
            </a:pPr>
            <a:r>
              <a:rPr lang="en-IN" b="1">
                <a:latin typeface="Arial" panose="020B0604020202020204"/>
                <a:ea typeface="Arial" panose="020B0604020202020204"/>
                <a:cs typeface="Arial" panose="020B0604020202020204"/>
                <a:sym typeface="Arial" panose="020B0604020202020204"/>
              </a:rPr>
              <a:t>C</a:t>
            </a:r>
            <a:r>
              <a:rPr lang="en-IN" b="1" i="0">
                <a:latin typeface="Arial" panose="020B0604020202020204"/>
                <a:ea typeface="Arial" panose="020B0604020202020204"/>
                <a:cs typeface="Arial" panose="020B0604020202020204"/>
                <a:sym typeface="Arial" panose="020B0604020202020204"/>
              </a:rPr>
              <a:t>ontext</a:t>
            </a:r>
            <a:r>
              <a:rPr lang="en-IN" b="0" i="0">
                <a:latin typeface="Arial" panose="020B0604020202020204"/>
                <a:ea typeface="Arial" panose="020B0604020202020204"/>
                <a:cs typeface="Arial" panose="020B0604020202020204"/>
                <a:sym typeface="Arial" panose="020B0604020202020204"/>
              </a:rPr>
              <a:t> of the current state of our application.</a:t>
            </a:r>
            <a:endParaRPr lang="en-IN" b="0" i="0">
              <a:latin typeface="Arial" panose="020B0604020202020204"/>
              <a:ea typeface="Arial" panose="020B0604020202020204"/>
              <a:cs typeface="Arial" panose="020B0604020202020204"/>
              <a:sym typeface="Arial" panose="020B0604020202020204"/>
            </a:endParaRPr>
          </a:p>
          <a:p>
            <a:pPr marL="342900" lvl="0" indent="-342900" algn="l" rtl="0">
              <a:lnSpc>
                <a:spcPct val="100000"/>
              </a:lnSpc>
              <a:spcBef>
                <a:spcPts val="640"/>
              </a:spcBef>
              <a:spcAft>
                <a:spcPts val="0"/>
              </a:spcAft>
              <a:buClr>
                <a:schemeClr val="dk1"/>
              </a:buClr>
              <a:buSzPts val="3200"/>
              <a:buChar char="•"/>
            </a:pPr>
            <a:r>
              <a:rPr lang="en-IN" b="0" i="0">
                <a:latin typeface="Arial" panose="020B0604020202020204"/>
                <a:ea typeface="Arial" panose="020B0604020202020204"/>
                <a:cs typeface="Arial" panose="020B0604020202020204"/>
                <a:sym typeface="Arial" panose="020B0604020202020204"/>
              </a:rPr>
              <a:t>We can break the context and its use into three major points: </a:t>
            </a:r>
            <a:endParaRPr lang="en-IN" b="0" i="0">
              <a:latin typeface="Arial" panose="020B0604020202020204"/>
              <a:ea typeface="Arial" panose="020B0604020202020204"/>
              <a:cs typeface="Arial" panose="020B0604020202020204"/>
              <a:sym typeface="Arial" panose="020B0604020202020204"/>
            </a:endParaRPr>
          </a:p>
          <a:p>
            <a:pPr marL="742950" lvl="1" indent="-285750" algn="l" rtl="0">
              <a:lnSpc>
                <a:spcPct val="100000"/>
              </a:lnSpc>
              <a:spcBef>
                <a:spcPts val="560"/>
              </a:spcBef>
              <a:spcAft>
                <a:spcPts val="0"/>
              </a:spcAft>
              <a:buClr>
                <a:schemeClr val="dk1"/>
              </a:buClr>
              <a:buSzPts val="2800"/>
              <a:buFont typeface="Arial" panose="020B0604020202020204"/>
              <a:buChar char="•"/>
            </a:pPr>
            <a:r>
              <a:rPr lang="en-IN" b="0" i="0">
                <a:latin typeface="Arial" panose="020B0604020202020204"/>
                <a:ea typeface="Arial" panose="020B0604020202020204"/>
                <a:cs typeface="Arial" panose="020B0604020202020204"/>
                <a:sym typeface="Arial" panose="020B0604020202020204"/>
              </a:rPr>
              <a:t>It allows us to access resources.</a:t>
            </a:r>
            <a:endParaRPr lang="en-IN" b="0" i="0">
              <a:latin typeface="Arial" panose="020B0604020202020204"/>
              <a:ea typeface="Arial" panose="020B0604020202020204"/>
              <a:cs typeface="Arial" panose="020B0604020202020204"/>
              <a:sym typeface="Arial" panose="020B0604020202020204"/>
            </a:endParaRPr>
          </a:p>
          <a:p>
            <a:pPr marL="742950" lvl="1" indent="-285750" algn="l" rtl="0">
              <a:lnSpc>
                <a:spcPct val="100000"/>
              </a:lnSpc>
              <a:spcBef>
                <a:spcPts val="560"/>
              </a:spcBef>
              <a:spcAft>
                <a:spcPts val="0"/>
              </a:spcAft>
              <a:buClr>
                <a:schemeClr val="dk1"/>
              </a:buClr>
              <a:buSzPts val="2800"/>
              <a:buFont typeface="Arial" panose="020B0604020202020204"/>
              <a:buChar char="•"/>
            </a:pPr>
            <a:r>
              <a:rPr lang="en-IN" b="0" i="0">
                <a:latin typeface="Arial" panose="020B0604020202020204"/>
                <a:ea typeface="Arial" panose="020B0604020202020204"/>
                <a:cs typeface="Arial" panose="020B0604020202020204"/>
                <a:sym typeface="Arial" panose="020B0604020202020204"/>
              </a:rPr>
              <a:t>It allows us to interact with other Android components by sending messages.</a:t>
            </a:r>
            <a:endParaRPr lang="en-IN" b="0" i="0">
              <a:latin typeface="Arial" panose="020B0604020202020204"/>
              <a:ea typeface="Arial" panose="020B0604020202020204"/>
              <a:cs typeface="Arial" panose="020B0604020202020204"/>
              <a:sym typeface="Arial" panose="020B0604020202020204"/>
            </a:endParaRPr>
          </a:p>
          <a:p>
            <a:pPr marL="742950" lvl="1" indent="-285750" algn="l" rtl="0">
              <a:lnSpc>
                <a:spcPct val="100000"/>
              </a:lnSpc>
              <a:spcBef>
                <a:spcPts val="560"/>
              </a:spcBef>
              <a:spcAft>
                <a:spcPts val="0"/>
              </a:spcAft>
              <a:buClr>
                <a:schemeClr val="dk1"/>
              </a:buClr>
              <a:buSzPts val="2800"/>
              <a:buFont typeface="Arial" panose="020B0604020202020204"/>
              <a:buChar char="•"/>
            </a:pPr>
            <a:r>
              <a:rPr lang="en-IN" b="0" i="0">
                <a:latin typeface="Arial" panose="020B0604020202020204"/>
                <a:ea typeface="Arial" panose="020B0604020202020204"/>
                <a:cs typeface="Arial" panose="020B0604020202020204"/>
                <a:sym typeface="Arial" panose="020B0604020202020204"/>
              </a:rPr>
              <a:t>It gives you information about your app environment.</a:t>
            </a:r>
            <a:endParaRPr lang="en-IN" b="0" i="0">
              <a:latin typeface="Arial" panose="020B0604020202020204"/>
              <a:ea typeface="Arial" panose="020B0604020202020204"/>
              <a:cs typeface="Arial" panose="020B0604020202020204"/>
              <a:sym typeface="Arial" panose="020B0604020202020204"/>
            </a:endParaRPr>
          </a:p>
          <a:p>
            <a:pPr marL="342900" lvl="0" indent="-139700" algn="l" rtl="0">
              <a:lnSpc>
                <a:spcPct val="100000"/>
              </a:lnSpc>
              <a:spcBef>
                <a:spcPts val="640"/>
              </a:spcBef>
              <a:spcAft>
                <a:spcPts val="0"/>
              </a:spcAft>
              <a:buClr>
                <a:schemeClr val="dk1"/>
              </a:buClr>
              <a:buSzPts val="3200"/>
              <a:buNone/>
            </a:p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743" name="Shape 743"/>
        <p:cNvGrpSpPr/>
        <p:nvPr/>
      </p:nvGrpSpPr>
      <p:grpSpPr>
        <a:xfrm>
          <a:off x="0" y="0"/>
          <a:ext cx="0" cy="0"/>
          <a:chOff x="0" y="0"/>
          <a:chExt cx="0" cy="0"/>
        </a:xfrm>
      </p:grpSpPr>
      <p:sp>
        <p:nvSpPr>
          <p:cNvPr id="744" name="Google Shape;744;p103"/>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Context in Android</a:t>
            </a:r>
            <a:endParaRPr lang="en-IN" b="1"/>
          </a:p>
        </p:txBody>
      </p:sp>
      <p:sp>
        <p:nvSpPr>
          <p:cNvPr id="745" name="Google Shape;745;p103"/>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lnSpc>
                <a:spcPct val="100000"/>
              </a:lnSpc>
              <a:spcBef>
                <a:spcPts val="0"/>
              </a:spcBef>
              <a:spcAft>
                <a:spcPts val="0"/>
              </a:spcAft>
              <a:buClr>
                <a:schemeClr val="dk1"/>
              </a:buClr>
              <a:buSzPct val="100000"/>
              <a:buChar char="•"/>
            </a:pPr>
            <a:r>
              <a:rPr lang="en-IN" b="1"/>
              <a:t>current state of the application.</a:t>
            </a:r>
            <a:endParaRPr lang="en-IN" b="1"/>
          </a:p>
          <a:p>
            <a:pPr marL="742950" lvl="1" indent="-285750" algn="l" rtl="0">
              <a:lnSpc>
                <a:spcPct val="100000"/>
              </a:lnSpc>
              <a:spcBef>
                <a:spcPts val="475"/>
              </a:spcBef>
              <a:spcAft>
                <a:spcPts val="0"/>
              </a:spcAft>
              <a:buClr>
                <a:schemeClr val="dk1"/>
              </a:buClr>
              <a:buSzPct val="100000"/>
              <a:buChar char="–"/>
            </a:pPr>
            <a:r>
              <a:rPr lang="en-IN"/>
              <a:t>Usually, the app got multiple screens like display/inquiry/add/delete screens. So when the user is searching for something, the context is an inquiry screen in this case</a:t>
            </a:r>
            <a:r>
              <a:rPr lang="en-IN" b="1"/>
              <a:t>.</a:t>
            </a:r>
            <a:endParaRPr lang="en-IN" b="1"/>
          </a:p>
          <a:p>
            <a:pPr marL="342900" lvl="0" indent="-342900" algn="l" rtl="0">
              <a:lnSpc>
                <a:spcPct val="100000"/>
              </a:lnSpc>
              <a:spcBef>
                <a:spcPts val="545"/>
              </a:spcBef>
              <a:spcAft>
                <a:spcPts val="0"/>
              </a:spcAft>
              <a:buClr>
                <a:schemeClr val="dk1"/>
              </a:buClr>
              <a:buSzPct val="100000"/>
              <a:buChar char="•"/>
            </a:pPr>
            <a:r>
              <a:rPr lang="en-IN" b="1"/>
              <a:t>It can be used to get information regarding the activity and application.</a:t>
            </a:r>
            <a:endParaRPr lang="en-IN" b="1"/>
          </a:p>
          <a:p>
            <a:pPr marL="742950" lvl="1" indent="-285750" algn="l" rtl="0">
              <a:lnSpc>
                <a:spcPct val="100000"/>
              </a:lnSpc>
              <a:spcBef>
                <a:spcPts val="475"/>
              </a:spcBef>
              <a:spcAft>
                <a:spcPts val="0"/>
              </a:spcAft>
              <a:buClr>
                <a:schemeClr val="dk1"/>
              </a:buClr>
              <a:buSzPct val="100000"/>
              <a:buChar char="–"/>
            </a:pPr>
            <a:r>
              <a:rPr lang="en-IN"/>
              <a:t>The inquiry screen’s context specifies that the user is in inquiry activity, and he/she can submit queries related to the app</a:t>
            </a:r>
            <a:endParaRPr lang="en-IN"/>
          </a:p>
          <a:p>
            <a:pPr marL="342900" lvl="0" indent="-342900" algn="l" rtl="0">
              <a:lnSpc>
                <a:spcPct val="100000"/>
              </a:lnSpc>
              <a:spcBef>
                <a:spcPts val="545"/>
              </a:spcBef>
              <a:spcAft>
                <a:spcPts val="0"/>
              </a:spcAft>
              <a:buClr>
                <a:schemeClr val="dk1"/>
              </a:buClr>
              <a:buSzPct val="100000"/>
              <a:buChar char="•"/>
            </a:pPr>
            <a:r>
              <a:rPr lang="en-IN" b="1"/>
              <a:t>It allows us to interact with other Android components by sending messages.</a:t>
            </a:r>
            <a:endParaRPr lang="en-IN" b="1"/>
          </a:p>
          <a:p>
            <a:pPr marL="342900" lvl="0" indent="-342900" algn="l" rtl="0">
              <a:lnSpc>
                <a:spcPct val="100000"/>
              </a:lnSpc>
              <a:spcBef>
                <a:spcPts val="545"/>
              </a:spcBef>
              <a:spcAft>
                <a:spcPts val="0"/>
              </a:spcAft>
              <a:buClr>
                <a:srgbClr val="FF0000"/>
              </a:buClr>
              <a:buSzPct val="100000"/>
              <a:buChar char="•"/>
            </a:pPr>
            <a:r>
              <a:rPr lang="en-IN" b="1" i="0">
                <a:solidFill>
                  <a:srgbClr val="FF0000"/>
                </a:solidFill>
                <a:latin typeface="Arial" panose="020B0604020202020204"/>
                <a:ea typeface="Arial" panose="020B0604020202020204"/>
                <a:cs typeface="Arial" panose="020B0604020202020204"/>
                <a:sym typeface="Arial" panose="020B0604020202020204"/>
              </a:rPr>
              <a:t>Both the Activity and Application classes extend the Context class.</a:t>
            </a:r>
            <a:endParaRPr b="1">
              <a:solidFill>
                <a:srgbClr val="FF0000"/>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749" name="Shape 749"/>
        <p:cNvGrpSpPr/>
        <p:nvPr/>
      </p:nvGrpSpPr>
      <p:grpSpPr>
        <a:xfrm>
          <a:off x="0" y="0"/>
          <a:ext cx="0" cy="0"/>
          <a:chOff x="0" y="0"/>
          <a:chExt cx="0" cy="0"/>
        </a:xfrm>
      </p:grpSpPr>
      <p:sp>
        <p:nvSpPr>
          <p:cNvPr id="750" name="Google Shape;750;p104"/>
          <p:cNvSpPr txBox="1"/>
          <p:nvPr>
            <p:ph type="title"/>
          </p:nvPr>
        </p:nvSpPr>
        <p:spPr>
          <a:xfrm>
            <a:off x="609600" y="84550"/>
            <a:ext cx="10972800" cy="11766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Understanding Context by a Real</a:t>
            </a:r>
            <a:endParaRPr b="1"/>
          </a:p>
          <a:p>
            <a:pPr marL="0" lvl="0" indent="0" algn="ctr" rtl="0">
              <a:lnSpc>
                <a:spcPct val="100000"/>
              </a:lnSpc>
              <a:spcBef>
                <a:spcPts val="0"/>
              </a:spcBef>
              <a:spcAft>
                <a:spcPts val="0"/>
              </a:spcAft>
              <a:buClr>
                <a:schemeClr val="dk1"/>
              </a:buClr>
              <a:buSzPct val="100000"/>
              <a:buFont typeface="Calibri" panose="020F0502020204030204"/>
              <a:buNone/>
            </a:pPr>
            <a:r>
              <a:rPr lang="en-IN" b="1"/>
              <a:t>World Example</a:t>
            </a:r>
            <a:endParaRPr lang="en-IN" b="1"/>
          </a:p>
        </p:txBody>
      </p:sp>
      <p:sp>
        <p:nvSpPr>
          <p:cNvPr id="751" name="Google Shape;751;p104"/>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a:t>Let’s a person visit a hotel. He needs breakfast, lunch, and dinner at a suitable time. Except for these things there are also many other things, he wants to do during the time of stay. So how does he get these things? He will ask the room-service person to bring these things for him. Right? </a:t>
            </a:r>
            <a:endParaRPr lang="en-IN"/>
          </a:p>
          <a:p>
            <a:pPr marL="342900" lvl="0" indent="-342900" algn="l" rtl="0">
              <a:lnSpc>
                <a:spcPct val="100000"/>
              </a:lnSpc>
              <a:spcBef>
                <a:spcPts val="0"/>
              </a:spcBef>
              <a:spcAft>
                <a:spcPts val="0"/>
              </a:spcAft>
              <a:buClr>
                <a:schemeClr val="dk1"/>
              </a:buClr>
              <a:buSzPts val="3200"/>
              <a:buChar char="•"/>
            </a:pPr>
            <a:r>
              <a:rPr lang="en-IN"/>
              <a:t>So here the</a:t>
            </a:r>
            <a:r>
              <a:rPr lang="en-IN" b="1"/>
              <a:t> room-service person is the Context </a:t>
            </a:r>
            <a:r>
              <a:rPr lang="en-IN"/>
              <a:t>considering </a:t>
            </a:r>
            <a:r>
              <a:rPr lang="en-IN" b="1"/>
              <a:t>you are the single activity</a:t>
            </a:r>
            <a:r>
              <a:rPr lang="en-IN"/>
              <a:t> and </a:t>
            </a:r>
            <a:r>
              <a:rPr lang="en-IN" b="1"/>
              <a:t>the hotel to be your app</a:t>
            </a:r>
            <a:r>
              <a:rPr lang="en-IN"/>
              <a:t>, finally, the </a:t>
            </a:r>
            <a:r>
              <a:rPr lang="en-IN" b="1"/>
              <a:t>breakfast, lunch &amp; dinner have to be the resources</a:t>
            </a:r>
            <a:r>
              <a:rPr lang="en-IN"/>
              <a:t>.</a:t>
            </a:r>
            <a:endParaRPr lang="en-IN"/>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755" name="Shape 755"/>
        <p:cNvGrpSpPr/>
        <p:nvPr/>
      </p:nvGrpSpPr>
      <p:grpSpPr>
        <a:xfrm>
          <a:off x="0" y="0"/>
          <a:ext cx="0" cy="0"/>
          <a:chOff x="0" y="0"/>
          <a:chExt cx="0" cy="0"/>
        </a:xfrm>
      </p:grpSpPr>
      <p:sp>
        <p:nvSpPr>
          <p:cNvPr id="756" name="Google Shape;756;p105"/>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IN" b="1"/>
              <a:t>Types of Context in Android</a:t>
            </a:r>
            <a:br>
              <a:rPr lang="en-IN" b="1"/>
            </a:br>
            <a:endParaRPr lang="en-IN" b="1"/>
          </a:p>
        </p:txBody>
      </p:sp>
      <p:pic>
        <p:nvPicPr>
          <p:cNvPr id="757" name="Google Shape;757;p105"/>
          <p:cNvPicPr preferRelativeResize="0"/>
          <p:nvPr>
            <p:ph type="body" idx="1"/>
          </p:nvPr>
        </p:nvPicPr>
        <p:blipFill rotWithShape="1">
          <a:blip r:embed="rId1"/>
          <a:srcRect/>
          <a:stretch>
            <a:fillRect/>
          </a:stretch>
        </p:blipFill>
        <p:spPr>
          <a:xfrm>
            <a:off x="3348037" y="2482056"/>
            <a:ext cx="5495925" cy="276225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761" name="Shape 761"/>
        <p:cNvGrpSpPr/>
        <p:nvPr/>
      </p:nvGrpSpPr>
      <p:grpSpPr>
        <a:xfrm>
          <a:off x="0" y="0"/>
          <a:ext cx="0" cy="0"/>
          <a:chOff x="0" y="0"/>
          <a:chExt cx="0" cy="0"/>
        </a:xfrm>
      </p:grpSpPr>
      <p:sp>
        <p:nvSpPr>
          <p:cNvPr id="762" name="Google Shape;762;p106"/>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getApplicationContext()</a:t>
            </a:r>
            <a:endParaRPr lang="en-IN" b="1"/>
          </a:p>
        </p:txBody>
      </p:sp>
      <p:sp>
        <p:nvSpPr>
          <p:cNvPr id="763" name="Google Shape;763;p106"/>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IN"/>
              <a:t>It is used to return the context which is linked to the Application which holds all activities running inside it. </a:t>
            </a:r>
            <a:endParaRPr lang="en-IN"/>
          </a:p>
          <a:p>
            <a:pPr marL="342900" lvl="0" indent="-342900" algn="l" rtl="0">
              <a:lnSpc>
                <a:spcPct val="100000"/>
              </a:lnSpc>
              <a:spcBef>
                <a:spcPts val="0"/>
              </a:spcBef>
              <a:spcAft>
                <a:spcPts val="0"/>
              </a:spcAft>
              <a:buClr>
                <a:schemeClr val="dk1"/>
              </a:buClr>
              <a:buSzPts val="3200"/>
              <a:buChar char="•"/>
            </a:pPr>
            <a:r>
              <a:rPr lang="en-IN"/>
              <a:t>When we call a method or a constructor, we often have to pass a context and often we use </a:t>
            </a:r>
            <a:r>
              <a:rPr lang="en-IN" b="1"/>
              <a:t>“this”</a:t>
            </a:r>
            <a:r>
              <a:rPr lang="en-IN"/>
              <a:t> to pass the activity context or </a:t>
            </a:r>
            <a:r>
              <a:rPr lang="en-IN" b="1"/>
              <a:t>“getApplicationContext”</a:t>
            </a:r>
            <a:r>
              <a:rPr lang="en-IN"/>
              <a:t> to pass the application context. </a:t>
            </a:r>
            <a:endParaRPr lang="en-IN"/>
          </a:p>
          <a:p>
            <a:pPr marL="342900" lvl="0" indent="-342900" algn="l" rtl="0">
              <a:lnSpc>
                <a:spcPct val="100000"/>
              </a:lnSpc>
              <a:spcBef>
                <a:spcPts val="0"/>
              </a:spcBef>
              <a:spcAft>
                <a:spcPts val="0"/>
              </a:spcAft>
              <a:buClr>
                <a:schemeClr val="dk1"/>
              </a:buClr>
              <a:buSzPts val="3200"/>
              <a:buChar char="•"/>
            </a:pPr>
            <a:r>
              <a:rPr lang="en-IN"/>
              <a:t>This method is generally used for the application level and can be used to refer to all the activities. </a:t>
            </a:r>
            <a:endParaRPr lang="en-IN"/>
          </a:p>
          <a:p>
            <a:pPr marL="342900" lvl="0" indent="-342900" algn="l" rtl="0">
              <a:lnSpc>
                <a:spcPct val="100000"/>
              </a:lnSpc>
              <a:spcBef>
                <a:spcPts val="0"/>
              </a:spcBef>
              <a:spcAft>
                <a:spcPts val="0"/>
              </a:spcAft>
              <a:buClr>
                <a:schemeClr val="dk1"/>
              </a:buClr>
              <a:buSzPts val="3200"/>
              <a:buChar char="•"/>
            </a:pPr>
            <a:r>
              <a:rPr lang="en-IN"/>
              <a:t>For example, if we want to access a variable throughout the android app, one has to use it via </a:t>
            </a:r>
            <a:r>
              <a:rPr lang="en-IN" b="1"/>
              <a:t>getApplicationContext()</a:t>
            </a:r>
            <a:endParaRPr lang="en-IN" b="1"/>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767" name="Shape 767"/>
        <p:cNvGrpSpPr/>
        <p:nvPr/>
      </p:nvGrpSpPr>
      <p:grpSpPr>
        <a:xfrm>
          <a:off x="0" y="0"/>
          <a:ext cx="0" cy="0"/>
          <a:chOff x="0" y="0"/>
          <a:chExt cx="0" cy="0"/>
        </a:xfrm>
      </p:grpSpPr>
      <p:pic>
        <p:nvPicPr>
          <p:cNvPr id="768" name="Google Shape;768;p107"/>
          <p:cNvPicPr preferRelativeResize="0"/>
          <p:nvPr/>
        </p:nvPicPr>
        <p:blipFill rotWithShape="1">
          <a:blip r:embed="rId1"/>
          <a:srcRect/>
          <a:stretch>
            <a:fillRect/>
          </a:stretch>
        </p:blipFill>
        <p:spPr>
          <a:xfrm>
            <a:off x="0" y="1021069"/>
            <a:ext cx="4113945" cy="5142431"/>
          </a:xfrm>
          <a:prstGeom prst="rect">
            <a:avLst/>
          </a:prstGeom>
          <a:noFill/>
          <a:ln>
            <a:noFill/>
          </a:ln>
        </p:spPr>
      </p:pic>
      <p:pic>
        <p:nvPicPr>
          <p:cNvPr id="769" name="Google Shape;769;p107"/>
          <p:cNvPicPr preferRelativeResize="0"/>
          <p:nvPr/>
        </p:nvPicPr>
        <p:blipFill rotWithShape="1">
          <a:blip r:embed="rId2"/>
          <a:srcRect/>
          <a:stretch>
            <a:fillRect/>
          </a:stretch>
        </p:blipFill>
        <p:spPr>
          <a:xfrm>
            <a:off x="4246401" y="-37323"/>
            <a:ext cx="7945599" cy="3435279"/>
          </a:xfrm>
          <a:prstGeom prst="rect">
            <a:avLst/>
          </a:prstGeom>
          <a:noFill/>
          <a:ln>
            <a:noFill/>
          </a:ln>
        </p:spPr>
      </p:pic>
      <p:pic>
        <p:nvPicPr>
          <p:cNvPr id="770" name="Google Shape;770;p107"/>
          <p:cNvPicPr preferRelativeResize="0"/>
          <p:nvPr/>
        </p:nvPicPr>
        <p:blipFill rotWithShape="1">
          <a:blip r:embed="rId3"/>
          <a:srcRect/>
          <a:stretch>
            <a:fillRect/>
          </a:stretch>
        </p:blipFill>
        <p:spPr>
          <a:xfrm>
            <a:off x="4246401" y="3460045"/>
            <a:ext cx="7945599" cy="3397954"/>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774" name="Shape 774"/>
        <p:cNvGrpSpPr/>
        <p:nvPr/>
      </p:nvGrpSpPr>
      <p:grpSpPr>
        <a:xfrm>
          <a:off x="0" y="0"/>
          <a:ext cx="0" cy="0"/>
          <a:chOff x="0" y="0"/>
          <a:chExt cx="0" cy="0"/>
        </a:xfrm>
      </p:grpSpPr>
      <p:sp>
        <p:nvSpPr>
          <p:cNvPr id="775" name="Google Shape;775;p108"/>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Arial" panose="020B0604020202020204"/>
              <a:buNone/>
            </a:pPr>
            <a:r>
              <a:rPr lang="en-IN" b="1" i="0">
                <a:latin typeface="Arial" panose="020B0604020202020204"/>
                <a:ea typeface="Arial" panose="020B0604020202020204"/>
                <a:cs typeface="Arial" panose="020B0604020202020204"/>
                <a:sym typeface="Arial" panose="020B0604020202020204"/>
              </a:rPr>
              <a:t>Activity Context </a:t>
            </a:r>
            <a:endParaRPr lang="en-IN" b="1" i="0">
              <a:latin typeface="Arial" panose="020B0604020202020204"/>
              <a:ea typeface="Arial" panose="020B0604020202020204"/>
              <a:cs typeface="Arial" panose="020B0604020202020204"/>
              <a:sym typeface="Arial" panose="020B0604020202020204"/>
            </a:endParaRPr>
          </a:p>
        </p:txBody>
      </p:sp>
      <p:sp>
        <p:nvSpPr>
          <p:cNvPr id="776" name="Google Shape;776;p108"/>
          <p:cNvSpPr txBox="1"/>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100000"/>
              </a:lnSpc>
              <a:spcBef>
                <a:spcPts val="0"/>
              </a:spcBef>
              <a:spcAft>
                <a:spcPts val="0"/>
              </a:spcAft>
              <a:buClr>
                <a:schemeClr val="dk1"/>
              </a:buClr>
              <a:buSzPct val="100000"/>
              <a:buFont typeface="Calibri" panose="020F0502020204030204"/>
              <a:buChar char="•"/>
            </a:pPr>
            <a:r>
              <a:rPr lang="en-IN" i="0"/>
              <a:t>It is the activity context meaning each and every screen got an activity. </a:t>
            </a:r>
            <a:endParaRPr lang="en-IN" i="0"/>
          </a:p>
          <a:p>
            <a:pPr marL="342900" lvl="0" indent="-342900" algn="l" rtl="0">
              <a:lnSpc>
                <a:spcPct val="100000"/>
              </a:lnSpc>
              <a:spcBef>
                <a:spcPts val="590"/>
              </a:spcBef>
              <a:spcAft>
                <a:spcPts val="0"/>
              </a:spcAft>
              <a:buClr>
                <a:schemeClr val="dk1"/>
              </a:buClr>
              <a:buSzPct val="100000"/>
              <a:buFont typeface="Calibri" panose="020F0502020204030204"/>
              <a:buChar char="•"/>
            </a:pPr>
            <a:r>
              <a:rPr lang="en-IN" i="0"/>
              <a:t>For example, </a:t>
            </a:r>
            <a:r>
              <a:rPr lang="en-IN" b="1" i="0"/>
              <a:t>EnquiryActivity </a:t>
            </a:r>
            <a:r>
              <a:rPr lang="en-IN" i="0"/>
              <a:t>refers to </a:t>
            </a:r>
            <a:r>
              <a:rPr lang="en-IN" b="1" i="0"/>
              <a:t>EnquiryActivity </a:t>
            </a:r>
            <a:r>
              <a:rPr lang="en-IN" i="0"/>
              <a:t>only and </a:t>
            </a:r>
            <a:r>
              <a:rPr lang="en-IN" b="1" i="0"/>
              <a:t>AddActivity </a:t>
            </a:r>
            <a:r>
              <a:rPr lang="en-IN" i="0"/>
              <a:t>refers to </a:t>
            </a:r>
            <a:r>
              <a:rPr lang="en-IN" b="1" i="0"/>
              <a:t>AddActivity </a:t>
            </a:r>
            <a:r>
              <a:rPr lang="en-IN" i="0"/>
              <a:t>only.</a:t>
            </a:r>
            <a:endParaRPr lang="en-IN" i="0"/>
          </a:p>
          <a:p>
            <a:pPr marL="342900" lvl="0" indent="-342900" algn="l" rtl="0">
              <a:lnSpc>
                <a:spcPct val="100000"/>
              </a:lnSpc>
              <a:spcBef>
                <a:spcPts val="590"/>
              </a:spcBef>
              <a:spcAft>
                <a:spcPts val="0"/>
              </a:spcAft>
              <a:buClr>
                <a:schemeClr val="dk1"/>
              </a:buClr>
              <a:buSzPct val="100000"/>
              <a:buFont typeface="Calibri" panose="020F0502020204030204"/>
              <a:buChar char="•"/>
            </a:pPr>
            <a:r>
              <a:rPr lang="en-IN" i="0"/>
              <a:t>The method of invoking the Activity Context is </a:t>
            </a:r>
            <a:r>
              <a:rPr lang="en-IN" b="1" i="0"/>
              <a:t>getContext()</a:t>
            </a:r>
            <a:r>
              <a:rPr lang="en-IN" i="0"/>
              <a:t>. </a:t>
            </a:r>
            <a:endParaRPr lang="en-IN" i="0"/>
          </a:p>
          <a:p>
            <a:pPr marL="342900" lvl="0" indent="-342900" algn="l" rtl="0">
              <a:lnSpc>
                <a:spcPct val="100000"/>
              </a:lnSpc>
              <a:spcBef>
                <a:spcPts val="590"/>
              </a:spcBef>
              <a:spcAft>
                <a:spcPts val="0"/>
              </a:spcAft>
              <a:buClr>
                <a:schemeClr val="dk1"/>
              </a:buClr>
              <a:buSzPct val="100000"/>
              <a:buFont typeface="Calibri" panose="020F0502020204030204"/>
              <a:buChar char="•"/>
            </a:pPr>
            <a:r>
              <a:rPr lang="en-IN" i="0"/>
              <a:t> Some use cases of Activity Context are:</a:t>
            </a:r>
            <a:endParaRPr lang="en-IN" i="0"/>
          </a:p>
          <a:p>
            <a:pPr marL="742950" lvl="1" indent="-285750" algn="l" rtl="0">
              <a:lnSpc>
                <a:spcPct val="100000"/>
              </a:lnSpc>
              <a:spcBef>
                <a:spcPts val="520"/>
              </a:spcBef>
              <a:spcAft>
                <a:spcPts val="0"/>
              </a:spcAft>
              <a:buClr>
                <a:schemeClr val="dk1"/>
              </a:buClr>
              <a:buSzPct val="100000"/>
              <a:buFont typeface="Calibri" panose="020F0502020204030204"/>
              <a:buChar char="•"/>
            </a:pPr>
            <a:r>
              <a:rPr lang="en-IN" i="0"/>
              <a:t>The user is creating an object whose lifecycle is attached to an activity.</a:t>
            </a:r>
            <a:endParaRPr lang="en-IN" i="0"/>
          </a:p>
          <a:p>
            <a:pPr marL="742950" lvl="1" indent="-285750" algn="l" rtl="0">
              <a:lnSpc>
                <a:spcPct val="100000"/>
              </a:lnSpc>
              <a:spcBef>
                <a:spcPts val="520"/>
              </a:spcBef>
              <a:spcAft>
                <a:spcPts val="0"/>
              </a:spcAft>
              <a:buClr>
                <a:schemeClr val="dk1"/>
              </a:buClr>
              <a:buSzPct val="100000"/>
              <a:buFont typeface="Calibri" panose="020F0502020204030204"/>
              <a:buChar char="•"/>
            </a:pPr>
            <a:r>
              <a:rPr lang="en-IN" i="0"/>
              <a:t>Whenever inside an activity for UI related kind of operations like toast, dialogue, etc</a:t>
            </a:r>
            <a:endParaRPr lang="en-IN" i="0"/>
          </a:p>
          <a:p>
            <a:pPr marL="342900" lvl="0" indent="-154940" algn="l" rtl="0">
              <a:lnSpc>
                <a:spcPct val="100000"/>
              </a:lnSpc>
              <a:spcBef>
                <a:spcPts val="590"/>
              </a:spcBef>
              <a:spcAft>
                <a:spcPts val="0"/>
              </a:spcAft>
              <a:buClr>
                <a:schemeClr val="dk1"/>
              </a:buClr>
              <a:buSzPct val="100000"/>
              <a:buNone/>
            </a:pPr>
            <a:endParaRPr b="1"/>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780" name="Shape 780"/>
        <p:cNvGrpSpPr/>
        <p:nvPr/>
      </p:nvGrpSpPr>
      <p:grpSpPr>
        <a:xfrm>
          <a:off x="0" y="0"/>
          <a:ext cx="0" cy="0"/>
          <a:chOff x="0" y="0"/>
          <a:chExt cx="0" cy="0"/>
        </a:xfrm>
      </p:grpSpPr>
      <p:sp>
        <p:nvSpPr>
          <p:cNvPr id="781" name="Google Shape;781;p109"/>
          <p:cNvSpPr txBox="1"/>
          <p:nvPr>
            <p:ph type="title"/>
          </p:nvPr>
        </p:nvSpPr>
        <p:spPr>
          <a:xfrm>
            <a:off x="609600" y="274641"/>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b="1"/>
              <a:t>Example</a:t>
            </a:r>
            <a:endParaRPr lang="en-IN" b="1"/>
          </a:p>
        </p:txBody>
      </p:sp>
      <p:pic>
        <p:nvPicPr>
          <p:cNvPr id="782" name="Google Shape;782;p109"/>
          <p:cNvPicPr preferRelativeResize="0"/>
          <p:nvPr>
            <p:ph type="body" idx="1"/>
          </p:nvPr>
        </p:nvPicPr>
        <p:blipFill rotWithShape="1">
          <a:blip r:embed="rId1"/>
          <a:srcRect/>
          <a:stretch>
            <a:fillRect/>
          </a:stretch>
        </p:blipFill>
        <p:spPr>
          <a:xfrm>
            <a:off x="714861" y="1898407"/>
            <a:ext cx="10258425" cy="981075"/>
          </a:xfrm>
          <a:prstGeom prst="rect">
            <a:avLst/>
          </a:prstGeom>
          <a:noFill/>
          <a:ln>
            <a:noFill/>
          </a:ln>
        </p:spPr>
      </p:pic>
      <p:pic>
        <p:nvPicPr>
          <p:cNvPr id="783" name="Google Shape;783;p109"/>
          <p:cNvPicPr preferRelativeResize="0"/>
          <p:nvPr/>
        </p:nvPicPr>
        <p:blipFill rotWithShape="1">
          <a:blip r:embed="rId2"/>
          <a:srcRect/>
          <a:stretch>
            <a:fillRect/>
          </a:stretch>
        </p:blipFill>
        <p:spPr>
          <a:xfrm>
            <a:off x="714861" y="4279252"/>
            <a:ext cx="10258425" cy="1052146"/>
          </a:xfrm>
          <a:prstGeom prst="rect">
            <a:avLst/>
          </a:prstGeom>
          <a:noFill/>
          <a:ln>
            <a:noFill/>
          </a:ln>
        </p:spPr>
      </p:pic>
    </p:spTree>
  </p:cSld>
  <p:clrMapOvr>
    <a:masterClrMapping/>
  </p:clrMapOvr>
</p:sld>
</file>

<file path=ppt/theme/theme1.xml><?xml version="1.0" encoding="utf-8"?>
<a:theme xmlns:a="http://schemas.openxmlformats.org/drawingml/2006/main" name="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27816</Words>
  <Application>WPS Presentation</Application>
  <PresentationFormat/>
  <Paragraphs>880</Paragraphs>
  <Slides>108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108</vt:i4>
      </vt:variant>
    </vt:vector>
  </HeadingPairs>
  <TitlesOfParts>
    <vt:vector size="120" baseType="lpstr">
      <vt:lpstr>Arial</vt:lpstr>
      <vt:lpstr>SimSun</vt:lpstr>
      <vt:lpstr>Wingdings</vt:lpstr>
      <vt:lpstr>Arial</vt:lpstr>
      <vt:lpstr>Calibri</vt:lpstr>
      <vt:lpstr>Microsoft YaHei</vt:lpstr>
      <vt:lpstr>Arial Unicode MS</vt:lpstr>
      <vt:lpstr>Mukta</vt:lpstr>
      <vt:lpstr>Cambria</vt:lpstr>
      <vt:lpstr>Consolas</vt:lpstr>
      <vt:lpstr>Georgia</vt:lpstr>
      <vt:lpstr>Theme1</vt:lpstr>
      <vt:lpstr>Module 1 Introduction of Android</vt:lpstr>
      <vt:lpstr>Outline</vt:lpstr>
      <vt:lpstr>What is Mobile Application Development?</vt:lpstr>
      <vt:lpstr>Types of Mobile Apps by Technology </vt:lpstr>
      <vt:lpstr>Native Apps </vt:lpstr>
      <vt:lpstr>Web Apps </vt:lpstr>
      <vt:lpstr>Hybrid Apps </vt:lpstr>
      <vt:lpstr>What is Android?</vt:lpstr>
      <vt:lpstr>What is “Open Handset Alliance”?</vt:lpstr>
      <vt:lpstr>OHA</vt:lpstr>
      <vt:lpstr>Developer</vt:lpstr>
      <vt:lpstr>Why Android ? </vt:lpstr>
      <vt:lpstr>Features of Android</vt:lpstr>
      <vt:lpstr>Features of Android</vt:lpstr>
      <vt:lpstr>Features of Android</vt:lpstr>
      <vt:lpstr>Android Versions</vt:lpstr>
      <vt:lpstr>Android Versions</vt:lpstr>
      <vt:lpstr>Android Versions</vt:lpstr>
      <vt:lpstr>ANDROID Version History</vt:lpstr>
      <vt:lpstr>Android 1.0 to 1.1(September 23, 2008)</vt:lpstr>
      <vt:lpstr>Beta 1.1(February 9, 2009)</vt:lpstr>
      <vt:lpstr>Android version 1.5: Cupcake April 30, 2009</vt:lpstr>
      <vt:lpstr>Android version 1.6: Donut September 15, 2009. </vt:lpstr>
      <vt:lpstr>Android versions 2.0 to 2.1: Eclair December 3, 2009.</vt:lpstr>
      <vt:lpstr>Android version 2.2: Froyo May 20, 2010.</vt:lpstr>
      <vt:lpstr>Android version 2.3: Gingerbread December 6, 2010</vt:lpstr>
      <vt:lpstr>Android 3.0/3.1/3.2 – Honeycomb </vt:lpstr>
      <vt:lpstr>Android version 4.0: Ice Cream Sandwich October 19, 2011</vt:lpstr>
      <vt:lpstr>Android versions 4.1 to 4.3: Jelly Bean</vt:lpstr>
      <vt:lpstr>Android version 4.4: KitKat September 3, 2013. </vt:lpstr>
      <vt:lpstr>Android versions 5.0 and 5.1: Lollipop November 12, 2014</vt:lpstr>
      <vt:lpstr>Android version 6.0: Marshmallow</vt:lpstr>
      <vt:lpstr>Android versions 7.0 and 7.1: Nougat March 2016</vt:lpstr>
      <vt:lpstr>Android version 8.0 and 8.1: Oreo </vt:lpstr>
      <vt:lpstr>Android version 9: Pie August 2018.</vt:lpstr>
      <vt:lpstr>Android version 10: Android Q September 3, 2019</vt:lpstr>
      <vt:lpstr>Android version 11 (Developer Preview) preview on February 19 of year 2021.</vt:lpstr>
      <vt:lpstr>After version 10</vt:lpstr>
      <vt:lpstr>PowerPoint 演示文稿</vt:lpstr>
      <vt:lpstr>Mobile Phones</vt:lpstr>
      <vt:lpstr>ANDROID TABLETS</vt:lpstr>
      <vt:lpstr>SMARTWATCHES</vt:lpstr>
      <vt:lpstr>SMART TVs</vt:lpstr>
      <vt:lpstr>SMART GLASSES</vt:lpstr>
      <vt:lpstr>HOME APPLIANCES</vt:lpstr>
      <vt:lpstr>Android Architecture</vt:lpstr>
      <vt:lpstr>Android Architecture</vt:lpstr>
      <vt:lpstr>Android Architecture</vt:lpstr>
      <vt:lpstr>Applications</vt:lpstr>
      <vt:lpstr>Application Framework</vt:lpstr>
      <vt:lpstr>Application Framework</vt:lpstr>
      <vt:lpstr>Libraries</vt:lpstr>
      <vt:lpstr>Libraries</vt:lpstr>
      <vt:lpstr>Android Runtime</vt:lpstr>
      <vt:lpstr>DVM(Dalvik Virtual Machine)</vt:lpstr>
      <vt:lpstr>Linux Kernel</vt:lpstr>
      <vt:lpstr>How Android Works?</vt:lpstr>
      <vt:lpstr>Download and Install Android Studio</vt:lpstr>
      <vt:lpstr>Installation guide: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Exploring Android SDK</vt:lpstr>
      <vt:lpstr>What Is the Android SDK? </vt:lpstr>
      <vt:lpstr>Android SDK</vt:lpstr>
      <vt:lpstr>How to Install the Android SDK?</vt:lpstr>
      <vt:lpstr>PowerPoint 演示文稿</vt:lpstr>
      <vt:lpstr>Components of the Android SDK</vt:lpstr>
      <vt:lpstr>Android SDK Platform</vt:lpstr>
      <vt:lpstr>Few Popular Third-Party Android APIs</vt:lpstr>
      <vt:lpstr>Android SDK Tools </vt:lpstr>
      <vt:lpstr>Android Studio</vt:lpstr>
      <vt:lpstr>Android SDK and AVD Managers</vt:lpstr>
      <vt:lpstr>SDK Platform-Tools </vt:lpstr>
      <vt:lpstr>Android Emulator </vt:lpstr>
      <vt:lpstr>Android Emulator </vt:lpstr>
      <vt:lpstr>Emulators vs Simulators</vt:lpstr>
      <vt:lpstr>Android Terminologies</vt:lpstr>
      <vt:lpstr>Android Terminologies</vt:lpstr>
      <vt:lpstr>Android Terminologies</vt:lpstr>
      <vt:lpstr>Android Terminologies</vt:lpstr>
      <vt:lpstr>Android Terminologies</vt:lpstr>
      <vt:lpstr>Performing Application Tasks with Activities</vt:lpstr>
      <vt:lpstr>Android Activity</vt:lpstr>
      <vt:lpstr>The Activity stack</vt:lpstr>
      <vt:lpstr>Method stubs of Activity class</vt:lpstr>
      <vt:lpstr>Android Activity Lifecycle methods</vt:lpstr>
      <vt:lpstr>Activity Lifecycle</vt:lpstr>
      <vt:lpstr>Managing Activity Transitions with Intents</vt:lpstr>
      <vt:lpstr>Android Services</vt:lpstr>
      <vt:lpstr>Android Services</vt:lpstr>
      <vt:lpstr>Receiving and Broadcasting Intents</vt:lpstr>
      <vt:lpstr>Context in Android</vt:lpstr>
      <vt:lpstr>Context in Android</vt:lpstr>
      <vt:lpstr>World Example</vt:lpstr>
      <vt:lpstr>Types of Context in Android </vt:lpstr>
      <vt:lpstr>getApplicationContext()</vt:lpstr>
      <vt:lpstr>PowerPoint 演示文稿</vt:lpstr>
      <vt:lpstr>Activity Context </vt:lpstr>
      <vt:lpstr>Example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Introduction of Android</dc:title>
  <dc:creator>MITULKUMAR PATEL</dc:creator>
  <cp:lastModifiedBy>Parth Purohit</cp:lastModifiedBy>
  <cp:revision>1</cp:revision>
  <dcterms:created xsi:type="dcterms:W3CDTF">2025-03-30T04:38:39Z</dcterms:created>
  <dcterms:modified xsi:type="dcterms:W3CDTF">2025-03-30T04:38:43Z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425F956E806F42479FE1E23DF1E6CB2F_12</vt:lpwstr>
  </property>
  <property fmtid="{D5CDD505-2E9C-101B-9397-08002B2CF9AE}" pid="3" name="KSOProductBuildVer">
    <vt:lpwstr>1033-12.2.0.20326</vt:lpwstr>
  </property>
</Properties>
</file>